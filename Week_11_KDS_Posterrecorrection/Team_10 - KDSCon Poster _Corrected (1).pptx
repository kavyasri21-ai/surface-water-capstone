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4"/>
  </p:sldMasterIdLst>
  <p:notesMasterIdLst>
    <p:notesMasterId r:id="rId6"/>
  </p:notesMasterIdLst>
  <p:sldIdLst>
    <p:sldId id="260" r:id="rId5"/>
  </p:sldIdLst>
  <p:sldSz cx="34747200" cy="21945600"/>
  <p:notesSz cx="9144000" cy="6858000"/>
  <p:embeddedFontLst>
    <p:embeddedFont>
      <p:font typeface="Outfit SemiBold" pitchFamily="2" charset="0"/>
      <p:regular r:id="rId7"/>
      <p:bold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94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84"/>
    <p:restoredTop sz="94637"/>
  </p:normalViewPr>
  <p:slideViewPr>
    <p:cSldViewPr snapToGrid="0">
      <p:cViewPr varScale="1">
        <p:scale>
          <a:sx n="46" d="100"/>
          <a:sy n="46" d="100"/>
        </p:scale>
        <p:origin x="744" y="216"/>
      </p:cViewPr>
      <p:guideLst>
        <p:guide orient="horz" pos="6912"/>
        <p:guide pos="109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535238" y="514350"/>
            <a:ext cx="4073525"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3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2FA87C27-4925-B495-35CA-43F3EE49204F}"/>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584B80AE-328D-F188-95DD-7C6DAFF0F2ED}"/>
              </a:ext>
            </a:extLst>
          </p:cNvPr>
          <p:cNvSpPr>
            <a:spLocks noGrp="1" noRot="1" noChangeAspect="1"/>
          </p:cNvSpPr>
          <p:nvPr>
            <p:ph type="sldImg" idx="2"/>
          </p:nvPr>
        </p:nvSpPr>
        <p:spPr>
          <a:xfrm>
            <a:off x="2535238" y="514350"/>
            <a:ext cx="4073525"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036A4C2-936C-7385-F2C3-AB9BAF759418}"/>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1383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84492" y="3176853"/>
            <a:ext cx="32378138" cy="87576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16600"/>
              <a:buNone/>
              <a:defRPr sz="19713"/>
            </a:lvl1pPr>
            <a:lvl2pPr lvl="1" algn="ctr">
              <a:spcBef>
                <a:spcPts val="0"/>
              </a:spcBef>
              <a:spcAft>
                <a:spcPts val="0"/>
              </a:spcAft>
              <a:buSzPts val="16600"/>
              <a:buNone/>
              <a:defRPr sz="19713"/>
            </a:lvl2pPr>
            <a:lvl3pPr lvl="2" algn="ctr">
              <a:spcBef>
                <a:spcPts val="0"/>
              </a:spcBef>
              <a:spcAft>
                <a:spcPts val="0"/>
              </a:spcAft>
              <a:buSzPts val="16600"/>
              <a:buNone/>
              <a:defRPr sz="19713"/>
            </a:lvl3pPr>
            <a:lvl4pPr lvl="3" algn="ctr">
              <a:spcBef>
                <a:spcPts val="0"/>
              </a:spcBef>
              <a:spcAft>
                <a:spcPts val="0"/>
              </a:spcAft>
              <a:buSzPts val="16600"/>
              <a:buNone/>
              <a:defRPr sz="19713"/>
            </a:lvl4pPr>
            <a:lvl5pPr lvl="4" algn="ctr">
              <a:spcBef>
                <a:spcPts val="0"/>
              </a:spcBef>
              <a:spcAft>
                <a:spcPts val="0"/>
              </a:spcAft>
              <a:buSzPts val="16600"/>
              <a:buNone/>
              <a:defRPr sz="19713"/>
            </a:lvl5pPr>
            <a:lvl6pPr lvl="5" algn="ctr">
              <a:spcBef>
                <a:spcPts val="0"/>
              </a:spcBef>
              <a:spcAft>
                <a:spcPts val="0"/>
              </a:spcAft>
              <a:buSzPts val="16600"/>
              <a:buNone/>
              <a:defRPr sz="19713"/>
            </a:lvl6pPr>
            <a:lvl7pPr lvl="6" algn="ctr">
              <a:spcBef>
                <a:spcPts val="0"/>
              </a:spcBef>
              <a:spcAft>
                <a:spcPts val="0"/>
              </a:spcAft>
              <a:buSzPts val="16600"/>
              <a:buNone/>
              <a:defRPr sz="19713"/>
            </a:lvl7pPr>
            <a:lvl8pPr lvl="7" algn="ctr">
              <a:spcBef>
                <a:spcPts val="0"/>
              </a:spcBef>
              <a:spcAft>
                <a:spcPts val="0"/>
              </a:spcAft>
              <a:buSzPts val="16600"/>
              <a:buNone/>
              <a:defRPr sz="19713"/>
            </a:lvl8pPr>
            <a:lvl9pPr lvl="8" algn="ctr">
              <a:spcBef>
                <a:spcPts val="0"/>
              </a:spcBef>
              <a:spcAft>
                <a:spcPts val="0"/>
              </a:spcAft>
              <a:buSzPts val="16600"/>
              <a:buNone/>
              <a:defRPr sz="19713"/>
            </a:lvl9pPr>
          </a:lstStyle>
          <a:p>
            <a:endParaRPr/>
          </a:p>
        </p:txBody>
      </p:sp>
      <p:sp>
        <p:nvSpPr>
          <p:cNvPr id="11" name="Google Shape;11;p2"/>
          <p:cNvSpPr txBox="1">
            <a:spLocks noGrp="1"/>
          </p:cNvSpPr>
          <p:nvPr>
            <p:ph type="subTitle" idx="1"/>
          </p:nvPr>
        </p:nvSpPr>
        <p:spPr>
          <a:xfrm>
            <a:off x="1184460" y="12092267"/>
            <a:ext cx="32378138" cy="3381600"/>
          </a:xfrm>
          <a:prstGeom prst="rect">
            <a:avLst/>
          </a:prstGeom>
        </p:spPr>
        <p:txBody>
          <a:bodyPr spcFirstLastPara="1" wrap="square" lIns="292550" tIns="292550" rIns="292550" bIns="292550" anchor="t" anchorCtr="0">
            <a:normAutofit/>
          </a:bodyPr>
          <a:lstStyle>
            <a:lvl1pPr lvl="0" algn="ctr">
              <a:lnSpc>
                <a:spcPct val="100000"/>
              </a:lnSpc>
              <a:spcBef>
                <a:spcPts val="0"/>
              </a:spcBef>
              <a:spcAft>
                <a:spcPts val="0"/>
              </a:spcAft>
              <a:buSzPts val="9000"/>
              <a:buNone/>
              <a:defRPr sz="10688"/>
            </a:lvl1pPr>
            <a:lvl2pPr lvl="1" algn="ctr">
              <a:lnSpc>
                <a:spcPct val="100000"/>
              </a:lnSpc>
              <a:spcBef>
                <a:spcPts val="0"/>
              </a:spcBef>
              <a:spcAft>
                <a:spcPts val="0"/>
              </a:spcAft>
              <a:buSzPts val="9000"/>
              <a:buNone/>
              <a:defRPr sz="10688"/>
            </a:lvl2pPr>
            <a:lvl3pPr lvl="2" algn="ctr">
              <a:lnSpc>
                <a:spcPct val="100000"/>
              </a:lnSpc>
              <a:spcBef>
                <a:spcPts val="0"/>
              </a:spcBef>
              <a:spcAft>
                <a:spcPts val="0"/>
              </a:spcAft>
              <a:buSzPts val="9000"/>
              <a:buNone/>
              <a:defRPr sz="10688"/>
            </a:lvl3pPr>
            <a:lvl4pPr lvl="3" algn="ctr">
              <a:lnSpc>
                <a:spcPct val="100000"/>
              </a:lnSpc>
              <a:spcBef>
                <a:spcPts val="0"/>
              </a:spcBef>
              <a:spcAft>
                <a:spcPts val="0"/>
              </a:spcAft>
              <a:buSzPts val="9000"/>
              <a:buNone/>
              <a:defRPr sz="10688"/>
            </a:lvl4pPr>
            <a:lvl5pPr lvl="4" algn="ctr">
              <a:lnSpc>
                <a:spcPct val="100000"/>
              </a:lnSpc>
              <a:spcBef>
                <a:spcPts val="0"/>
              </a:spcBef>
              <a:spcAft>
                <a:spcPts val="0"/>
              </a:spcAft>
              <a:buSzPts val="9000"/>
              <a:buNone/>
              <a:defRPr sz="10688"/>
            </a:lvl5pPr>
            <a:lvl6pPr lvl="5" algn="ctr">
              <a:lnSpc>
                <a:spcPct val="100000"/>
              </a:lnSpc>
              <a:spcBef>
                <a:spcPts val="0"/>
              </a:spcBef>
              <a:spcAft>
                <a:spcPts val="0"/>
              </a:spcAft>
              <a:buSzPts val="9000"/>
              <a:buNone/>
              <a:defRPr sz="10688"/>
            </a:lvl6pPr>
            <a:lvl7pPr lvl="6" algn="ctr">
              <a:lnSpc>
                <a:spcPct val="100000"/>
              </a:lnSpc>
              <a:spcBef>
                <a:spcPts val="0"/>
              </a:spcBef>
              <a:spcAft>
                <a:spcPts val="0"/>
              </a:spcAft>
              <a:buSzPts val="9000"/>
              <a:buNone/>
              <a:defRPr sz="10688"/>
            </a:lvl7pPr>
            <a:lvl8pPr lvl="7" algn="ctr">
              <a:lnSpc>
                <a:spcPct val="100000"/>
              </a:lnSpc>
              <a:spcBef>
                <a:spcPts val="0"/>
              </a:spcBef>
              <a:spcAft>
                <a:spcPts val="0"/>
              </a:spcAft>
              <a:buSzPts val="9000"/>
              <a:buNone/>
              <a:defRPr sz="10688"/>
            </a:lvl8pPr>
            <a:lvl9pPr lvl="8" algn="ctr">
              <a:lnSpc>
                <a:spcPct val="100000"/>
              </a:lnSpc>
              <a:spcBef>
                <a:spcPts val="0"/>
              </a:spcBef>
              <a:spcAft>
                <a:spcPts val="0"/>
              </a:spcAft>
              <a:buSzPts val="9000"/>
              <a:buNone/>
              <a:defRPr sz="10688"/>
            </a:lvl9pPr>
          </a:lstStyle>
          <a:p>
            <a:endParaRPr/>
          </a:p>
        </p:txBody>
      </p:sp>
      <p:sp>
        <p:nvSpPr>
          <p:cNvPr id="12" name="Google Shape;12;p2"/>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84460" y="9176960"/>
            <a:ext cx="32378138" cy="3591600"/>
          </a:xfrm>
          <a:prstGeom prst="rect">
            <a:avLst/>
          </a:prstGeom>
        </p:spPr>
        <p:txBody>
          <a:bodyPr spcFirstLastPara="1" wrap="square" lIns="292550" tIns="292550" rIns="292550" bIns="292550" anchor="ctr" anchorCtr="0">
            <a:normAutofit/>
          </a:bodyPr>
          <a:lstStyle>
            <a:lvl1pPr lvl="0" algn="ctr">
              <a:spcBef>
                <a:spcPts val="0"/>
              </a:spcBef>
              <a:spcAft>
                <a:spcPts val="0"/>
              </a:spcAft>
              <a:buSzPts val="11500"/>
              <a:buNone/>
              <a:defRPr sz="13656"/>
            </a:lvl1pPr>
            <a:lvl2pPr lvl="1" algn="ctr">
              <a:spcBef>
                <a:spcPts val="0"/>
              </a:spcBef>
              <a:spcAft>
                <a:spcPts val="0"/>
              </a:spcAft>
              <a:buSzPts val="11500"/>
              <a:buNone/>
              <a:defRPr sz="13656"/>
            </a:lvl2pPr>
            <a:lvl3pPr lvl="2" algn="ctr">
              <a:spcBef>
                <a:spcPts val="0"/>
              </a:spcBef>
              <a:spcAft>
                <a:spcPts val="0"/>
              </a:spcAft>
              <a:buSzPts val="11500"/>
              <a:buNone/>
              <a:defRPr sz="13656"/>
            </a:lvl3pPr>
            <a:lvl4pPr lvl="3" algn="ctr">
              <a:spcBef>
                <a:spcPts val="0"/>
              </a:spcBef>
              <a:spcAft>
                <a:spcPts val="0"/>
              </a:spcAft>
              <a:buSzPts val="11500"/>
              <a:buNone/>
              <a:defRPr sz="13656"/>
            </a:lvl4pPr>
            <a:lvl5pPr lvl="4" algn="ctr">
              <a:spcBef>
                <a:spcPts val="0"/>
              </a:spcBef>
              <a:spcAft>
                <a:spcPts val="0"/>
              </a:spcAft>
              <a:buSzPts val="11500"/>
              <a:buNone/>
              <a:defRPr sz="13656"/>
            </a:lvl5pPr>
            <a:lvl6pPr lvl="5" algn="ctr">
              <a:spcBef>
                <a:spcPts val="0"/>
              </a:spcBef>
              <a:spcAft>
                <a:spcPts val="0"/>
              </a:spcAft>
              <a:buSzPts val="11500"/>
              <a:buNone/>
              <a:defRPr sz="13656"/>
            </a:lvl6pPr>
            <a:lvl7pPr lvl="6" algn="ctr">
              <a:spcBef>
                <a:spcPts val="0"/>
              </a:spcBef>
              <a:spcAft>
                <a:spcPts val="0"/>
              </a:spcAft>
              <a:buSzPts val="11500"/>
              <a:buNone/>
              <a:defRPr sz="13656"/>
            </a:lvl7pPr>
            <a:lvl8pPr lvl="7" algn="ctr">
              <a:spcBef>
                <a:spcPts val="0"/>
              </a:spcBef>
              <a:spcAft>
                <a:spcPts val="0"/>
              </a:spcAft>
              <a:buSzPts val="11500"/>
              <a:buNone/>
              <a:defRPr sz="13656"/>
            </a:lvl8pPr>
            <a:lvl9pPr lvl="8" algn="ctr">
              <a:spcBef>
                <a:spcPts val="0"/>
              </a:spcBef>
              <a:spcAft>
                <a:spcPts val="0"/>
              </a:spcAft>
              <a:buSzPts val="11500"/>
              <a:buNone/>
              <a:defRPr sz="13656"/>
            </a:lvl9pPr>
          </a:lstStyle>
          <a:p>
            <a:endParaRPr/>
          </a:p>
        </p:txBody>
      </p:sp>
      <p:sp>
        <p:nvSpPr>
          <p:cNvPr id="15" name="Google Shape;15;p3"/>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84460" y="1898773"/>
            <a:ext cx="32378138" cy="24436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18" name="Google Shape;18;p4"/>
          <p:cNvSpPr txBox="1">
            <a:spLocks noGrp="1"/>
          </p:cNvSpPr>
          <p:nvPr>
            <p:ph type="body" idx="1"/>
          </p:nvPr>
        </p:nvSpPr>
        <p:spPr>
          <a:xfrm>
            <a:off x="1184460" y="4917227"/>
            <a:ext cx="32378138" cy="14576800"/>
          </a:xfrm>
          <a:prstGeom prst="rect">
            <a:avLst/>
          </a:prstGeom>
        </p:spPr>
        <p:txBody>
          <a:bodyPr spcFirstLastPara="1" wrap="square" lIns="292550" tIns="292550" rIns="292550" bIns="292550" anchor="t" anchorCtr="0">
            <a:normAutofit/>
          </a:bodyPr>
          <a:lstStyle>
            <a:lvl1pPr marL="542925" lvl="0" indent="-708819">
              <a:spcBef>
                <a:spcPts val="0"/>
              </a:spcBef>
              <a:spcAft>
                <a:spcPts val="0"/>
              </a:spcAft>
              <a:buSzPts val="5800"/>
              <a:buChar char="●"/>
              <a:defRPr/>
            </a:lvl1pPr>
            <a:lvl2pPr marL="1085850" lvl="1" indent="-610791">
              <a:spcBef>
                <a:spcPts val="0"/>
              </a:spcBef>
              <a:spcAft>
                <a:spcPts val="0"/>
              </a:spcAft>
              <a:buSzPts val="4500"/>
              <a:buChar char="○"/>
              <a:defRPr/>
            </a:lvl2pPr>
            <a:lvl3pPr marL="1628775" lvl="2" indent="-610791">
              <a:spcBef>
                <a:spcPts val="0"/>
              </a:spcBef>
              <a:spcAft>
                <a:spcPts val="0"/>
              </a:spcAft>
              <a:buSzPts val="4500"/>
              <a:buChar char="■"/>
              <a:defRPr/>
            </a:lvl3pPr>
            <a:lvl4pPr marL="2171700" lvl="3" indent="-610791">
              <a:spcBef>
                <a:spcPts val="0"/>
              </a:spcBef>
              <a:spcAft>
                <a:spcPts val="0"/>
              </a:spcAft>
              <a:buSzPts val="4500"/>
              <a:buChar char="●"/>
              <a:defRPr/>
            </a:lvl4pPr>
            <a:lvl5pPr marL="2714625" lvl="4" indent="-610791">
              <a:spcBef>
                <a:spcPts val="0"/>
              </a:spcBef>
              <a:spcAft>
                <a:spcPts val="0"/>
              </a:spcAft>
              <a:buSzPts val="4500"/>
              <a:buChar char="○"/>
              <a:defRPr/>
            </a:lvl5pPr>
            <a:lvl6pPr marL="3257550" lvl="5" indent="-610791">
              <a:spcBef>
                <a:spcPts val="0"/>
              </a:spcBef>
              <a:spcAft>
                <a:spcPts val="0"/>
              </a:spcAft>
              <a:buSzPts val="4500"/>
              <a:buChar char="■"/>
              <a:defRPr/>
            </a:lvl6pPr>
            <a:lvl7pPr marL="3800475" lvl="6" indent="-610791">
              <a:spcBef>
                <a:spcPts val="0"/>
              </a:spcBef>
              <a:spcAft>
                <a:spcPts val="0"/>
              </a:spcAft>
              <a:buSzPts val="4500"/>
              <a:buChar char="●"/>
              <a:defRPr/>
            </a:lvl7pPr>
            <a:lvl8pPr marL="4343400" lvl="7" indent="-610791">
              <a:spcBef>
                <a:spcPts val="0"/>
              </a:spcBef>
              <a:spcAft>
                <a:spcPts val="0"/>
              </a:spcAft>
              <a:buSzPts val="4500"/>
              <a:buChar char="○"/>
              <a:defRPr/>
            </a:lvl8pPr>
            <a:lvl9pPr marL="4886325" lvl="8" indent="-610791">
              <a:spcBef>
                <a:spcPts val="0"/>
              </a:spcBef>
              <a:spcAft>
                <a:spcPts val="0"/>
              </a:spcAft>
              <a:buSzPts val="4500"/>
              <a:buChar char="■"/>
              <a:defRPr/>
            </a:lvl9pPr>
          </a:lstStyle>
          <a:p>
            <a:endParaRPr/>
          </a:p>
        </p:txBody>
      </p:sp>
      <p:sp>
        <p:nvSpPr>
          <p:cNvPr id="19" name="Google Shape;19;p4"/>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84460" y="1898773"/>
            <a:ext cx="32378138" cy="24436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2" name="Google Shape;22;p5"/>
          <p:cNvSpPr txBox="1">
            <a:spLocks noGrp="1"/>
          </p:cNvSpPr>
          <p:nvPr>
            <p:ph type="body" idx="1"/>
          </p:nvPr>
        </p:nvSpPr>
        <p:spPr>
          <a:xfrm>
            <a:off x="1184460" y="4917227"/>
            <a:ext cx="15199763" cy="14576800"/>
          </a:xfrm>
          <a:prstGeom prst="rect">
            <a:avLst/>
          </a:prstGeom>
        </p:spPr>
        <p:txBody>
          <a:bodyPr spcFirstLastPara="1" wrap="square" lIns="292550" tIns="292550" rIns="292550" bIns="292550" anchor="t" anchorCtr="0">
            <a:normAutofit/>
          </a:bodyPr>
          <a:lstStyle>
            <a:lvl1pPr marL="542925" lvl="0" indent="-610791">
              <a:spcBef>
                <a:spcPts val="0"/>
              </a:spcBef>
              <a:spcAft>
                <a:spcPts val="0"/>
              </a:spcAft>
              <a:buSzPts val="4500"/>
              <a:buChar char="●"/>
              <a:defRPr sz="5344"/>
            </a:lvl1pPr>
            <a:lvl2pPr marL="1085850" lvl="1" indent="-558006">
              <a:spcBef>
                <a:spcPts val="0"/>
              </a:spcBef>
              <a:spcAft>
                <a:spcPts val="0"/>
              </a:spcAft>
              <a:buSzPts val="3800"/>
              <a:buChar char="○"/>
              <a:defRPr sz="4513"/>
            </a:lvl2pPr>
            <a:lvl3pPr marL="1628775" lvl="2" indent="-558006">
              <a:spcBef>
                <a:spcPts val="0"/>
              </a:spcBef>
              <a:spcAft>
                <a:spcPts val="0"/>
              </a:spcAft>
              <a:buSzPts val="3800"/>
              <a:buChar char="■"/>
              <a:defRPr sz="4513"/>
            </a:lvl3pPr>
            <a:lvl4pPr marL="2171700" lvl="3" indent="-558006">
              <a:spcBef>
                <a:spcPts val="0"/>
              </a:spcBef>
              <a:spcAft>
                <a:spcPts val="0"/>
              </a:spcAft>
              <a:buSzPts val="3800"/>
              <a:buChar char="●"/>
              <a:defRPr sz="4513"/>
            </a:lvl4pPr>
            <a:lvl5pPr marL="2714625" lvl="4" indent="-558006">
              <a:spcBef>
                <a:spcPts val="0"/>
              </a:spcBef>
              <a:spcAft>
                <a:spcPts val="0"/>
              </a:spcAft>
              <a:buSzPts val="3800"/>
              <a:buChar char="○"/>
              <a:defRPr sz="4513"/>
            </a:lvl5pPr>
            <a:lvl6pPr marL="3257550" lvl="5" indent="-558006">
              <a:spcBef>
                <a:spcPts val="0"/>
              </a:spcBef>
              <a:spcAft>
                <a:spcPts val="0"/>
              </a:spcAft>
              <a:buSzPts val="3800"/>
              <a:buChar char="■"/>
              <a:defRPr sz="4513"/>
            </a:lvl6pPr>
            <a:lvl7pPr marL="3800475" lvl="6" indent="-558006">
              <a:spcBef>
                <a:spcPts val="0"/>
              </a:spcBef>
              <a:spcAft>
                <a:spcPts val="0"/>
              </a:spcAft>
              <a:buSzPts val="3800"/>
              <a:buChar char="●"/>
              <a:defRPr sz="4513"/>
            </a:lvl7pPr>
            <a:lvl8pPr marL="4343400" lvl="7" indent="-558006">
              <a:spcBef>
                <a:spcPts val="0"/>
              </a:spcBef>
              <a:spcAft>
                <a:spcPts val="0"/>
              </a:spcAft>
              <a:buSzPts val="3800"/>
              <a:buChar char="○"/>
              <a:defRPr sz="4513"/>
            </a:lvl8pPr>
            <a:lvl9pPr marL="4886325" lvl="8" indent="-558006">
              <a:spcBef>
                <a:spcPts val="0"/>
              </a:spcBef>
              <a:spcAft>
                <a:spcPts val="0"/>
              </a:spcAft>
              <a:buSzPts val="3800"/>
              <a:buChar char="■"/>
              <a:defRPr sz="4513"/>
            </a:lvl9pPr>
          </a:lstStyle>
          <a:p>
            <a:endParaRPr/>
          </a:p>
        </p:txBody>
      </p:sp>
      <p:sp>
        <p:nvSpPr>
          <p:cNvPr id="23" name="Google Shape;23;p5"/>
          <p:cNvSpPr txBox="1">
            <a:spLocks noGrp="1"/>
          </p:cNvSpPr>
          <p:nvPr>
            <p:ph type="body" idx="2"/>
          </p:nvPr>
        </p:nvSpPr>
        <p:spPr>
          <a:xfrm>
            <a:off x="18363120" y="4917227"/>
            <a:ext cx="15199763" cy="14576800"/>
          </a:xfrm>
          <a:prstGeom prst="rect">
            <a:avLst/>
          </a:prstGeom>
        </p:spPr>
        <p:txBody>
          <a:bodyPr spcFirstLastPara="1" wrap="square" lIns="292550" tIns="292550" rIns="292550" bIns="292550" anchor="t" anchorCtr="0">
            <a:normAutofit/>
          </a:bodyPr>
          <a:lstStyle>
            <a:lvl1pPr marL="542925" lvl="0" indent="-610791">
              <a:spcBef>
                <a:spcPts val="0"/>
              </a:spcBef>
              <a:spcAft>
                <a:spcPts val="0"/>
              </a:spcAft>
              <a:buSzPts val="4500"/>
              <a:buChar char="●"/>
              <a:defRPr sz="5344"/>
            </a:lvl1pPr>
            <a:lvl2pPr marL="1085850" lvl="1" indent="-558006">
              <a:spcBef>
                <a:spcPts val="0"/>
              </a:spcBef>
              <a:spcAft>
                <a:spcPts val="0"/>
              </a:spcAft>
              <a:buSzPts val="3800"/>
              <a:buChar char="○"/>
              <a:defRPr sz="4513"/>
            </a:lvl2pPr>
            <a:lvl3pPr marL="1628775" lvl="2" indent="-558006">
              <a:spcBef>
                <a:spcPts val="0"/>
              </a:spcBef>
              <a:spcAft>
                <a:spcPts val="0"/>
              </a:spcAft>
              <a:buSzPts val="3800"/>
              <a:buChar char="■"/>
              <a:defRPr sz="4513"/>
            </a:lvl3pPr>
            <a:lvl4pPr marL="2171700" lvl="3" indent="-558006">
              <a:spcBef>
                <a:spcPts val="0"/>
              </a:spcBef>
              <a:spcAft>
                <a:spcPts val="0"/>
              </a:spcAft>
              <a:buSzPts val="3800"/>
              <a:buChar char="●"/>
              <a:defRPr sz="4513"/>
            </a:lvl4pPr>
            <a:lvl5pPr marL="2714625" lvl="4" indent="-558006">
              <a:spcBef>
                <a:spcPts val="0"/>
              </a:spcBef>
              <a:spcAft>
                <a:spcPts val="0"/>
              </a:spcAft>
              <a:buSzPts val="3800"/>
              <a:buChar char="○"/>
              <a:defRPr sz="4513"/>
            </a:lvl5pPr>
            <a:lvl6pPr marL="3257550" lvl="5" indent="-558006">
              <a:spcBef>
                <a:spcPts val="0"/>
              </a:spcBef>
              <a:spcAft>
                <a:spcPts val="0"/>
              </a:spcAft>
              <a:buSzPts val="3800"/>
              <a:buChar char="■"/>
              <a:defRPr sz="4513"/>
            </a:lvl6pPr>
            <a:lvl7pPr marL="3800475" lvl="6" indent="-558006">
              <a:spcBef>
                <a:spcPts val="0"/>
              </a:spcBef>
              <a:spcAft>
                <a:spcPts val="0"/>
              </a:spcAft>
              <a:buSzPts val="3800"/>
              <a:buChar char="●"/>
              <a:defRPr sz="4513"/>
            </a:lvl7pPr>
            <a:lvl8pPr marL="4343400" lvl="7" indent="-558006">
              <a:spcBef>
                <a:spcPts val="0"/>
              </a:spcBef>
              <a:spcAft>
                <a:spcPts val="0"/>
              </a:spcAft>
              <a:buSzPts val="3800"/>
              <a:buChar char="○"/>
              <a:defRPr sz="4513"/>
            </a:lvl8pPr>
            <a:lvl9pPr marL="4886325" lvl="8" indent="-558006">
              <a:spcBef>
                <a:spcPts val="0"/>
              </a:spcBef>
              <a:spcAft>
                <a:spcPts val="0"/>
              </a:spcAft>
              <a:buSzPts val="3800"/>
              <a:buChar char="■"/>
              <a:defRPr sz="4513"/>
            </a:lvl9pPr>
          </a:lstStyle>
          <a:p>
            <a:endParaRPr/>
          </a:p>
        </p:txBody>
      </p:sp>
      <p:sp>
        <p:nvSpPr>
          <p:cNvPr id="24" name="Google Shape;24;p5"/>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84460" y="1898773"/>
            <a:ext cx="32378138" cy="24436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7" name="Google Shape;27;p6"/>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84460" y="2370560"/>
            <a:ext cx="10670400" cy="3224400"/>
          </a:xfrm>
          <a:prstGeom prst="rect">
            <a:avLst/>
          </a:prstGeom>
        </p:spPr>
        <p:txBody>
          <a:bodyPr spcFirstLastPara="1" wrap="square" lIns="292550" tIns="292550" rIns="292550" bIns="292550" anchor="b" anchorCtr="0">
            <a:normAutofit/>
          </a:bodyPr>
          <a:lstStyle>
            <a:lvl1pPr lvl="0">
              <a:spcBef>
                <a:spcPts val="0"/>
              </a:spcBef>
              <a:spcAft>
                <a:spcPts val="0"/>
              </a:spcAft>
              <a:buSzPts val="7700"/>
              <a:buNone/>
              <a:defRPr sz="9144"/>
            </a:lvl1pPr>
            <a:lvl2pPr lvl="1">
              <a:spcBef>
                <a:spcPts val="0"/>
              </a:spcBef>
              <a:spcAft>
                <a:spcPts val="0"/>
              </a:spcAft>
              <a:buSzPts val="7700"/>
              <a:buNone/>
              <a:defRPr sz="9144"/>
            </a:lvl2pPr>
            <a:lvl3pPr lvl="2">
              <a:spcBef>
                <a:spcPts val="0"/>
              </a:spcBef>
              <a:spcAft>
                <a:spcPts val="0"/>
              </a:spcAft>
              <a:buSzPts val="7700"/>
              <a:buNone/>
              <a:defRPr sz="9144"/>
            </a:lvl3pPr>
            <a:lvl4pPr lvl="3">
              <a:spcBef>
                <a:spcPts val="0"/>
              </a:spcBef>
              <a:spcAft>
                <a:spcPts val="0"/>
              </a:spcAft>
              <a:buSzPts val="7700"/>
              <a:buNone/>
              <a:defRPr sz="9144"/>
            </a:lvl4pPr>
            <a:lvl5pPr lvl="4">
              <a:spcBef>
                <a:spcPts val="0"/>
              </a:spcBef>
              <a:spcAft>
                <a:spcPts val="0"/>
              </a:spcAft>
              <a:buSzPts val="7700"/>
              <a:buNone/>
              <a:defRPr sz="9144"/>
            </a:lvl5pPr>
            <a:lvl6pPr lvl="5">
              <a:spcBef>
                <a:spcPts val="0"/>
              </a:spcBef>
              <a:spcAft>
                <a:spcPts val="0"/>
              </a:spcAft>
              <a:buSzPts val="7700"/>
              <a:buNone/>
              <a:defRPr sz="9144"/>
            </a:lvl6pPr>
            <a:lvl7pPr lvl="6">
              <a:spcBef>
                <a:spcPts val="0"/>
              </a:spcBef>
              <a:spcAft>
                <a:spcPts val="0"/>
              </a:spcAft>
              <a:buSzPts val="7700"/>
              <a:buNone/>
              <a:defRPr sz="9144"/>
            </a:lvl7pPr>
            <a:lvl8pPr lvl="7">
              <a:spcBef>
                <a:spcPts val="0"/>
              </a:spcBef>
              <a:spcAft>
                <a:spcPts val="0"/>
              </a:spcAft>
              <a:buSzPts val="7700"/>
              <a:buNone/>
              <a:defRPr sz="9144"/>
            </a:lvl8pPr>
            <a:lvl9pPr lvl="8">
              <a:spcBef>
                <a:spcPts val="0"/>
              </a:spcBef>
              <a:spcAft>
                <a:spcPts val="0"/>
              </a:spcAft>
              <a:buSzPts val="7700"/>
              <a:buNone/>
              <a:defRPr sz="9144"/>
            </a:lvl9pPr>
          </a:lstStyle>
          <a:p>
            <a:endParaRPr/>
          </a:p>
        </p:txBody>
      </p:sp>
      <p:sp>
        <p:nvSpPr>
          <p:cNvPr id="30" name="Google Shape;30;p7"/>
          <p:cNvSpPr txBox="1">
            <a:spLocks noGrp="1"/>
          </p:cNvSpPr>
          <p:nvPr>
            <p:ph type="body" idx="1"/>
          </p:nvPr>
        </p:nvSpPr>
        <p:spPr>
          <a:xfrm>
            <a:off x="1184460" y="5928960"/>
            <a:ext cx="10670400" cy="13565600"/>
          </a:xfrm>
          <a:prstGeom prst="rect">
            <a:avLst/>
          </a:prstGeom>
        </p:spPr>
        <p:txBody>
          <a:bodyPr spcFirstLastPara="1" wrap="square" lIns="292550" tIns="292550" rIns="292550" bIns="292550" anchor="t" anchorCtr="0">
            <a:normAutofit/>
          </a:bodyPr>
          <a:lstStyle>
            <a:lvl1pPr marL="542925" lvl="0" indent="-558006">
              <a:spcBef>
                <a:spcPts val="0"/>
              </a:spcBef>
              <a:spcAft>
                <a:spcPts val="0"/>
              </a:spcAft>
              <a:buSzPts val="3800"/>
              <a:buChar char="●"/>
              <a:defRPr sz="4513"/>
            </a:lvl1pPr>
            <a:lvl2pPr marL="1085850" lvl="1" indent="-558006">
              <a:spcBef>
                <a:spcPts val="0"/>
              </a:spcBef>
              <a:spcAft>
                <a:spcPts val="0"/>
              </a:spcAft>
              <a:buSzPts val="3800"/>
              <a:buChar char="○"/>
              <a:defRPr sz="4513"/>
            </a:lvl2pPr>
            <a:lvl3pPr marL="1628775" lvl="2" indent="-558006">
              <a:spcBef>
                <a:spcPts val="0"/>
              </a:spcBef>
              <a:spcAft>
                <a:spcPts val="0"/>
              </a:spcAft>
              <a:buSzPts val="3800"/>
              <a:buChar char="■"/>
              <a:defRPr sz="4513"/>
            </a:lvl3pPr>
            <a:lvl4pPr marL="2171700" lvl="3" indent="-558006">
              <a:spcBef>
                <a:spcPts val="0"/>
              </a:spcBef>
              <a:spcAft>
                <a:spcPts val="0"/>
              </a:spcAft>
              <a:buSzPts val="3800"/>
              <a:buChar char="●"/>
              <a:defRPr sz="4513"/>
            </a:lvl4pPr>
            <a:lvl5pPr marL="2714625" lvl="4" indent="-558006">
              <a:spcBef>
                <a:spcPts val="0"/>
              </a:spcBef>
              <a:spcAft>
                <a:spcPts val="0"/>
              </a:spcAft>
              <a:buSzPts val="3800"/>
              <a:buChar char="○"/>
              <a:defRPr sz="4513"/>
            </a:lvl5pPr>
            <a:lvl6pPr marL="3257550" lvl="5" indent="-558006">
              <a:spcBef>
                <a:spcPts val="0"/>
              </a:spcBef>
              <a:spcAft>
                <a:spcPts val="0"/>
              </a:spcAft>
              <a:buSzPts val="3800"/>
              <a:buChar char="■"/>
              <a:defRPr sz="4513"/>
            </a:lvl6pPr>
            <a:lvl7pPr marL="3800475" lvl="6" indent="-558006">
              <a:spcBef>
                <a:spcPts val="0"/>
              </a:spcBef>
              <a:spcAft>
                <a:spcPts val="0"/>
              </a:spcAft>
              <a:buSzPts val="3800"/>
              <a:buChar char="●"/>
              <a:defRPr sz="4513"/>
            </a:lvl7pPr>
            <a:lvl8pPr marL="4343400" lvl="7" indent="-558006">
              <a:spcBef>
                <a:spcPts val="0"/>
              </a:spcBef>
              <a:spcAft>
                <a:spcPts val="0"/>
              </a:spcAft>
              <a:buSzPts val="3800"/>
              <a:buChar char="○"/>
              <a:defRPr sz="4513"/>
            </a:lvl8pPr>
            <a:lvl9pPr marL="4886325" lvl="8" indent="-558006">
              <a:spcBef>
                <a:spcPts val="0"/>
              </a:spcBef>
              <a:spcAft>
                <a:spcPts val="0"/>
              </a:spcAft>
              <a:buSzPts val="3800"/>
              <a:buChar char="■"/>
              <a:defRPr sz="4513"/>
            </a:lvl9pPr>
          </a:lstStyle>
          <a:p>
            <a:endParaRPr/>
          </a:p>
        </p:txBody>
      </p:sp>
      <p:sp>
        <p:nvSpPr>
          <p:cNvPr id="31" name="Google Shape;31;p7"/>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862950" y="1920640"/>
            <a:ext cx="24197569" cy="17454000"/>
          </a:xfrm>
          <a:prstGeom prst="rect">
            <a:avLst/>
          </a:prstGeom>
        </p:spPr>
        <p:txBody>
          <a:bodyPr spcFirstLastPara="1" wrap="square" lIns="292550" tIns="292550" rIns="292550" bIns="292550" anchor="ctr" anchorCtr="0">
            <a:normAutofit/>
          </a:bodyPr>
          <a:lstStyle>
            <a:lvl1pPr lvl="0">
              <a:spcBef>
                <a:spcPts val="0"/>
              </a:spcBef>
              <a:spcAft>
                <a:spcPts val="0"/>
              </a:spcAft>
              <a:buSzPts val="15400"/>
              <a:buNone/>
              <a:defRPr sz="18288"/>
            </a:lvl1pPr>
            <a:lvl2pPr lvl="1">
              <a:spcBef>
                <a:spcPts val="0"/>
              </a:spcBef>
              <a:spcAft>
                <a:spcPts val="0"/>
              </a:spcAft>
              <a:buSzPts val="15400"/>
              <a:buNone/>
              <a:defRPr sz="18288"/>
            </a:lvl2pPr>
            <a:lvl3pPr lvl="2">
              <a:spcBef>
                <a:spcPts val="0"/>
              </a:spcBef>
              <a:spcAft>
                <a:spcPts val="0"/>
              </a:spcAft>
              <a:buSzPts val="15400"/>
              <a:buNone/>
              <a:defRPr sz="18288"/>
            </a:lvl3pPr>
            <a:lvl4pPr lvl="3">
              <a:spcBef>
                <a:spcPts val="0"/>
              </a:spcBef>
              <a:spcAft>
                <a:spcPts val="0"/>
              </a:spcAft>
              <a:buSzPts val="15400"/>
              <a:buNone/>
              <a:defRPr sz="18288"/>
            </a:lvl4pPr>
            <a:lvl5pPr lvl="4">
              <a:spcBef>
                <a:spcPts val="0"/>
              </a:spcBef>
              <a:spcAft>
                <a:spcPts val="0"/>
              </a:spcAft>
              <a:buSzPts val="15400"/>
              <a:buNone/>
              <a:defRPr sz="18288"/>
            </a:lvl5pPr>
            <a:lvl6pPr lvl="5">
              <a:spcBef>
                <a:spcPts val="0"/>
              </a:spcBef>
              <a:spcAft>
                <a:spcPts val="0"/>
              </a:spcAft>
              <a:buSzPts val="15400"/>
              <a:buNone/>
              <a:defRPr sz="18288"/>
            </a:lvl6pPr>
            <a:lvl7pPr lvl="6">
              <a:spcBef>
                <a:spcPts val="0"/>
              </a:spcBef>
              <a:spcAft>
                <a:spcPts val="0"/>
              </a:spcAft>
              <a:buSzPts val="15400"/>
              <a:buNone/>
              <a:defRPr sz="18288"/>
            </a:lvl7pPr>
            <a:lvl8pPr lvl="7">
              <a:spcBef>
                <a:spcPts val="0"/>
              </a:spcBef>
              <a:spcAft>
                <a:spcPts val="0"/>
              </a:spcAft>
              <a:buSzPts val="15400"/>
              <a:buNone/>
              <a:defRPr sz="18288"/>
            </a:lvl8pPr>
            <a:lvl9pPr lvl="8">
              <a:spcBef>
                <a:spcPts val="0"/>
              </a:spcBef>
              <a:spcAft>
                <a:spcPts val="0"/>
              </a:spcAft>
              <a:buSzPts val="15400"/>
              <a:buNone/>
              <a:defRPr sz="18288"/>
            </a:lvl9pPr>
          </a:lstStyle>
          <a:p>
            <a:endParaRPr/>
          </a:p>
        </p:txBody>
      </p:sp>
      <p:sp>
        <p:nvSpPr>
          <p:cNvPr id="34" name="Google Shape;34;p8"/>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7373600" y="-533"/>
            <a:ext cx="17373600" cy="21945600"/>
          </a:xfrm>
          <a:prstGeom prst="rect">
            <a:avLst/>
          </a:prstGeom>
          <a:solidFill>
            <a:schemeClr val="lt2"/>
          </a:solidFill>
          <a:ln>
            <a:noFill/>
          </a:ln>
        </p:spPr>
        <p:txBody>
          <a:bodyPr spcFirstLastPara="1" wrap="square" lIns="347403" tIns="347403" rIns="347403" bIns="347403" anchor="ctr" anchorCtr="0">
            <a:noAutofit/>
          </a:bodyPr>
          <a:lstStyle/>
          <a:p>
            <a:pPr marL="0" lvl="0" indent="0" algn="l" rtl="0">
              <a:spcBef>
                <a:spcPts val="0"/>
              </a:spcBef>
              <a:spcAft>
                <a:spcPts val="0"/>
              </a:spcAft>
              <a:buNone/>
            </a:pPr>
            <a:endParaRPr sz="2062"/>
          </a:p>
        </p:txBody>
      </p:sp>
      <p:sp>
        <p:nvSpPr>
          <p:cNvPr id="37" name="Google Shape;37;p9"/>
          <p:cNvSpPr txBox="1">
            <a:spLocks noGrp="1"/>
          </p:cNvSpPr>
          <p:nvPr>
            <p:ph type="title"/>
          </p:nvPr>
        </p:nvSpPr>
        <p:spPr>
          <a:xfrm>
            <a:off x="1008900" y="5261547"/>
            <a:ext cx="15371831" cy="63244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13400"/>
              <a:buNone/>
              <a:defRPr sz="15913"/>
            </a:lvl1pPr>
            <a:lvl2pPr lvl="1" algn="ctr">
              <a:spcBef>
                <a:spcPts val="0"/>
              </a:spcBef>
              <a:spcAft>
                <a:spcPts val="0"/>
              </a:spcAft>
              <a:buSzPts val="13400"/>
              <a:buNone/>
              <a:defRPr sz="15913"/>
            </a:lvl2pPr>
            <a:lvl3pPr lvl="2" algn="ctr">
              <a:spcBef>
                <a:spcPts val="0"/>
              </a:spcBef>
              <a:spcAft>
                <a:spcPts val="0"/>
              </a:spcAft>
              <a:buSzPts val="13400"/>
              <a:buNone/>
              <a:defRPr sz="15913"/>
            </a:lvl3pPr>
            <a:lvl4pPr lvl="3" algn="ctr">
              <a:spcBef>
                <a:spcPts val="0"/>
              </a:spcBef>
              <a:spcAft>
                <a:spcPts val="0"/>
              </a:spcAft>
              <a:buSzPts val="13400"/>
              <a:buNone/>
              <a:defRPr sz="15913"/>
            </a:lvl4pPr>
            <a:lvl5pPr lvl="4" algn="ctr">
              <a:spcBef>
                <a:spcPts val="0"/>
              </a:spcBef>
              <a:spcAft>
                <a:spcPts val="0"/>
              </a:spcAft>
              <a:buSzPts val="13400"/>
              <a:buNone/>
              <a:defRPr sz="15913"/>
            </a:lvl5pPr>
            <a:lvl6pPr lvl="5" algn="ctr">
              <a:spcBef>
                <a:spcPts val="0"/>
              </a:spcBef>
              <a:spcAft>
                <a:spcPts val="0"/>
              </a:spcAft>
              <a:buSzPts val="13400"/>
              <a:buNone/>
              <a:defRPr sz="15913"/>
            </a:lvl6pPr>
            <a:lvl7pPr lvl="6" algn="ctr">
              <a:spcBef>
                <a:spcPts val="0"/>
              </a:spcBef>
              <a:spcAft>
                <a:spcPts val="0"/>
              </a:spcAft>
              <a:buSzPts val="13400"/>
              <a:buNone/>
              <a:defRPr sz="15913"/>
            </a:lvl7pPr>
            <a:lvl8pPr lvl="7" algn="ctr">
              <a:spcBef>
                <a:spcPts val="0"/>
              </a:spcBef>
              <a:spcAft>
                <a:spcPts val="0"/>
              </a:spcAft>
              <a:buSzPts val="13400"/>
              <a:buNone/>
              <a:defRPr sz="15913"/>
            </a:lvl8pPr>
            <a:lvl9pPr lvl="8" algn="ctr">
              <a:spcBef>
                <a:spcPts val="0"/>
              </a:spcBef>
              <a:spcAft>
                <a:spcPts val="0"/>
              </a:spcAft>
              <a:buSzPts val="13400"/>
              <a:buNone/>
              <a:defRPr sz="15913"/>
            </a:lvl9pPr>
          </a:lstStyle>
          <a:p>
            <a:endParaRPr/>
          </a:p>
        </p:txBody>
      </p:sp>
      <p:sp>
        <p:nvSpPr>
          <p:cNvPr id="38" name="Google Shape;38;p9"/>
          <p:cNvSpPr txBox="1">
            <a:spLocks noGrp="1"/>
          </p:cNvSpPr>
          <p:nvPr>
            <p:ph type="subTitle" idx="1"/>
          </p:nvPr>
        </p:nvSpPr>
        <p:spPr>
          <a:xfrm>
            <a:off x="1008900" y="11959787"/>
            <a:ext cx="15371831" cy="5269600"/>
          </a:xfrm>
          <a:prstGeom prst="rect">
            <a:avLst/>
          </a:prstGeom>
        </p:spPr>
        <p:txBody>
          <a:bodyPr spcFirstLastPara="1" wrap="square" lIns="292550" tIns="292550" rIns="292550" bIns="292550" anchor="t" anchorCtr="0">
            <a:normAutofit/>
          </a:bodyPr>
          <a:lstStyle>
            <a:lvl1pPr lvl="0" algn="ctr">
              <a:lnSpc>
                <a:spcPct val="100000"/>
              </a:lnSpc>
              <a:spcBef>
                <a:spcPts val="0"/>
              </a:spcBef>
              <a:spcAft>
                <a:spcPts val="0"/>
              </a:spcAft>
              <a:buSzPts val="6700"/>
              <a:buNone/>
              <a:defRPr sz="7956"/>
            </a:lvl1pPr>
            <a:lvl2pPr lvl="1" algn="ctr">
              <a:lnSpc>
                <a:spcPct val="100000"/>
              </a:lnSpc>
              <a:spcBef>
                <a:spcPts val="0"/>
              </a:spcBef>
              <a:spcAft>
                <a:spcPts val="0"/>
              </a:spcAft>
              <a:buSzPts val="6700"/>
              <a:buNone/>
              <a:defRPr sz="7956"/>
            </a:lvl2pPr>
            <a:lvl3pPr lvl="2" algn="ctr">
              <a:lnSpc>
                <a:spcPct val="100000"/>
              </a:lnSpc>
              <a:spcBef>
                <a:spcPts val="0"/>
              </a:spcBef>
              <a:spcAft>
                <a:spcPts val="0"/>
              </a:spcAft>
              <a:buSzPts val="6700"/>
              <a:buNone/>
              <a:defRPr sz="7956"/>
            </a:lvl3pPr>
            <a:lvl4pPr lvl="3" algn="ctr">
              <a:lnSpc>
                <a:spcPct val="100000"/>
              </a:lnSpc>
              <a:spcBef>
                <a:spcPts val="0"/>
              </a:spcBef>
              <a:spcAft>
                <a:spcPts val="0"/>
              </a:spcAft>
              <a:buSzPts val="6700"/>
              <a:buNone/>
              <a:defRPr sz="7956"/>
            </a:lvl4pPr>
            <a:lvl5pPr lvl="4" algn="ctr">
              <a:lnSpc>
                <a:spcPct val="100000"/>
              </a:lnSpc>
              <a:spcBef>
                <a:spcPts val="0"/>
              </a:spcBef>
              <a:spcAft>
                <a:spcPts val="0"/>
              </a:spcAft>
              <a:buSzPts val="6700"/>
              <a:buNone/>
              <a:defRPr sz="7956"/>
            </a:lvl5pPr>
            <a:lvl6pPr lvl="5" algn="ctr">
              <a:lnSpc>
                <a:spcPct val="100000"/>
              </a:lnSpc>
              <a:spcBef>
                <a:spcPts val="0"/>
              </a:spcBef>
              <a:spcAft>
                <a:spcPts val="0"/>
              </a:spcAft>
              <a:buSzPts val="6700"/>
              <a:buNone/>
              <a:defRPr sz="7956"/>
            </a:lvl6pPr>
            <a:lvl7pPr lvl="6" algn="ctr">
              <a:lnSpc>
                <a:spcPct val="100000"/>
              </a:lnSpc>
              <a:spcBef>
                <a:spcPts val="0"/>
              </a:spcBef>
              <a:spcAft>
                <a:spcPts val="0"/>
              </a:spcAft>
              <a:buSzPts val="6700"/>
              <a:buNone/>
              <a:defRPr sz="7956"/>
            </a:lvl7pPr>
            <a:lvl8pPr lvl="7" algn="ctr">
              <a:lnSpc>
                <a:spcPct val="100000"/>
              </a:lnSpc>
              <a:spcBef>
                <a:spcPts val="0"/>
              </a:spcBef>
              <a:spcAft>
                <a:spcPts val="0"/>
              </a:spcAft>
              <a:buSzPts val="6700"/>
              <a:buNone/>
              <a:defRPr sz="7956"/>
            </a:lvl8pPr>
            <a:lvl9pPr lvl="8" algn="ctr">
              <a:lnSpc>
                <a:spcPct val="100000"/>
              </a:lnSpc>
              <a:spcBef>
                <a:spcPts val="0"/>
              </a:spcBef>
              <a:spcAft>
                <a:spcPts val="0"/>
              </a:spcAft>
              <a:buSzPts val="6700"/>
              <a:buNone/>
              <a:defRPr sz="7956"/>
            </a:lvl9pPr>
          </a:lstStyle>
          <a:p>
            <a:endParaRPr/>
          </a:p>
        </p:txBody>
      </p:sp>
      <p:sp>
        <p:nvSpPr>
          <p:cNvPr id="39" name="Google Shape;39;p9"/>
          <p:cNvSpPr txBox="1">
            <a:spLocks noGrp="1"/>
          </p:cNvSpPr>
          <p:nvPr>
            <p:ph type="body" idx="2"/>
          </p:nvPr>
        </p:nvSpPr>
        <p:spPr>
          <a:xfrm>
            <a:off x="18770100" y="3089387"/>
            <a:ext cx="14580600" cy="15765600"/>
          </a:xfrm>
          <a:prstGeom prst="rect">
            <a:avLst/>
          </a:prstGeom>
        </p:spPr>
        <p:txBody>
          <a:bodyPr spcFirstLastPara="1" wrap="square" lIns="292550" tIns="292550" rIns="292550" bIns="292550" anchor="ctr" anchorCtr="0">
            <a:normAutofit/>
          </a:bodyPr>
          <a:lstStyle>
            <a:lvl1pPr marL="542925" lvl="0" indent="-708819">
              <a:spcBef>
                <a:spcPts val="0"/>
              </a:spcBef>
              <a:spcAft>
                <a:spcPts val="0"/>
              </a:spcAft>
              <a:buSzPts val="5800"/>
              <a:buChar char="●"/>
              <a:defRPr/>
            </a:lvl1pPr>
            <a:lvl2pPr marL="1085850" lvl="1" indent="-610791">
              <a:spcBef>
                <a:spcPts val="0"/>
              </a:spcBef>
              <a:spcAft>
                <a:spcPts val="0"/>
              </a:spcAft>
              <a:buSzPts val="4500"/>
              <a:buChar char="○"/>
              <a:defRPr/>
            </a:lvl2pPr>
            <a:lvl3pPr marL="1628775" lvl="2" indent="-610791">
              <a:spcBef>
                <a:spcPts val="0"/>
              </a:spcBef>
              <a:spcAft>
                <a:spcPts val="0"/>
              </a:spcAft>
              <a:buSzPts val="4500"/>
              <a:buChar char="■"/>
              <a:defRPr/>
            </a:lvl3pPr>
            <a:lvl4pPr marL="2171700" lvl="3" indent="-610791">
              <a:spcBef>
                <a:spcPts val="0"/>
              </a:spcBef>
              <a:spcAft>
                <a:spcPts val="0"/>
              </a:spcAft>
              <a:buSzPts val="4500"/>
              <a:buChar char="●"/>
              <a:defRPr/>
            </a:lvl4pPr>
            <a:lvl5pPr marL="2714625" lvl="4" indent="-610791">
              <a:spcBef>
                <a:spcPts val="0"/>
              </a:spcBef>
              <a:spcAft>
                <a:spcPts val="0"/>
              </a:spcAft>
              <a:buSzPts val="4500"/>
              <a:buChar char="○"/>
              <a:defRPr/>
            </a:lvl5pPr>
            <a:lvl6pPr marL="3257550" lvl="5" indent="-610791">
              <a:spcBef>
                <a:spcPts val="0"/>
              </a:spcBef>
              <a:spcAft>
                <a:spcPts val="0"/>
              </a:spcAft>
              <a:buSzPts val="4500"/>
              <a:buChar char="■"/>
              <a:defRPr/>
            </a:lvl6pPr>
            <a:lvl7pPr marL="3800475" lvl="6" indent="-610791">
              <a:spcBef>
                <a:spcPts val="0"/>
              </a:spcBef>
              <a:spcAft>
                <a:spcPts val="0"/>
              </a:spcAft>
              <a:buSzPts val="4500"/>
              <a:buChar char="●"/>
              <a:defRPr/>
            </a:lvl7pPr>
            <a:lvl8pPr marL="4343400" lvl="7" indent="-610791">
              <a:spcBef>
                <a:spcPts val="0"/>
              </a:spcBef>
              <a:spcAft>
                <a:spcPts val="0"/>
              </a:spcAft>
              <a:buSzPts val="4500"/>
              <a:buChar char="○"/>
              <a:defRPr/>
            </a:lvl8pPr>
            <a:lvl9pPr marL="4886325" lvl="8" indent="-610791">
              <a:spcBef>
                <a:spcPts val="0"/>
              </a:spcBef>
              <a:spcAft>
                <a:spcPts val="0"/>
              </a:spcAft>
              <a:buSzPts val="4500"/>
              <a:buChar char="■"/>
              <a:defRPr/>
            </a:lvl9pPr>
          </a:lstStyle>
          <a:p>
            <a:endParaRPr/>
          </a:p>
        </p:txBody>
      </p:sp>
      <p:sp>
        <p:nvSpPr>
          <p:cNvPr id="40" name="Google Shape;40;p9"/>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84460" y="18050453"/>
            <a:ext cx="22795369" cy="2581600"/>
          </a:xfrm>
          <a:prstGeom prst="rect">
            <a:avLst/>
          </a:prstGeom>
        </p:spPr>
        <p:txBody>
          <a:bodyPr spcFirstLastPara="1" wrap="square" lIns="292550" tIns="292550" rIns="292550" bIns="292550" anchor="ctr" anchorCtr="0">
            <a:normAutofit/>
          </a:bodyPr>
          <a:lstStyle>
            <a:lvl1pPr marL="542925" lvl="0" indent="-271463">
              <a:lnSpc>
                <a:spcPct val="100000"/>
              </a:lnSpc>
              <a:spcBef>
                <a:spcPts val="0"/>
              </a:spcBef>
              <a:spcAft>
                <a:spcPts val="0"/>
              </a:spcAft>
              <a:buSzPts val="5800"/>
              <a:buNone/>
              <a:defRPr/>
            </a:lvl1pPr>
          </a:lstStyle>
          <a:p>
            <a:endParaRPr/>
          </a:p>
        </p:txBody>
      </p:sp>
      <p:sp>
        <p:nvSpPr>
          <p:cNvPr id="43" name="Google Shape;43;p10"/>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84460" y="4719467"/>
            <a:ext cx="32378138" cy="83776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38400"/>
              <a:buNone/>
              <a:defRPr sz="45600"/>
            </a:lvl1pPr>
            <a:lvl2pPr lvl="1" algn="ctr">
              <a:spcBef>
                <a:spcPts val="0"/>
              </a:spcBef>
              <a:spcAft>
                <a:spcPts val="0"/>
              </a:spcAft>
              <a:buSzPts val="38400"/>
              <a:buNone/>
              <a:defRPr sz="45600"/>
            </a:lvl2pPr>
            <a:lvl3pPr lvl="2" algn="ctr">
              <a:spcBef>
                <a:spcPts val="0"/>
              </a:spcBef>
              <a:spcAft>
                <a:spcPts val="0"/>
              </a:spcAft>
              <a:buSzPts val="38400"/>
              <a:buNone/>
              <a:defRPr sz="45600"/>
            </a:lvl3pPr>
            <a:lvl4pPr lvl="3" algn="ctr">
              <a:spcBef>
                <a:spcPts val="0"/>
              </a:spcBef>
              <a:spcAft>
                <a:spcPts val="0"/>
              </a:spcAft>
              <a:buSzPts val="38400"/>
              <a:buNone/>
              <a:defRPr sz="45600"/>
            </a:lvl4pPr>
            <a:lvl5pPr lvl="4" algn="ctr">
              <a:spcBef>
                <a:spcPts val="0"/>
              </a:spcBef>
              <a:spcAft>
                <a:spcPts val="0"/>
              </a:spcAft>
              <a:buSzPts val="38400"/>
              <a:buNone/>
              <a:defRPr sz="45600"/>
            </a:lvl5pPr>
            <a:lvl6pPr lvl="5" algn="ctr">
              <a:spcBef>
                <a:spcPts val="0"/>
              </a:spcBef>
              <a:spcAft>
                <a:spcPts val="0"/>
              </a:spcAft>
              <a:buSzPts val="38400"/>
              <a:buNone/>
              <a:defRPr sz="45600"/>
            </a:lvl6pPr>
            <a:lvl7pPr lvl="6" algn="ctr">
              <a:spcBef>
                <a:spcPts val="0"/>
              </a:spcBef>
              <a:spcAft>
                <a:spcPts val="0"/>
              </a:spcAft>
              <a:buSzPts val="38400"/>
              <a:buNone/>
              <a:defRPr sz="45600"/>
            </a:lvl7pPr>
            <a:lvl8pPr lvl="7" algn="ctr">
              <a:spcBef>
                <a:spcPts val="0"/>
              </a:spcBef>
              <a:spcAft>
                <a:spcPts val="0"/>
              </a:spcAft>
              <a:buSzPts val="38400"/>
              <a:buNone/>
              <a:defRPr sz="45600"/>
            </a:lvl8pPr>
            <a:lvl9pPr lvl="8" algn="ctr">
              <a:spcBef>
                <a:spcPts val="0"/>
              </a:spcBef>
              <a:spcAft>
                <a:spcPts val="0"/>
              </a:spcAft>
              <a:buSzPts val="38400"/>
              <a:buNone/>
              <a:defRPr sz="45600"/>
            </a:lvl9pPr>
          </a:lstStyle>
          <a:p>
            <a:r>
              <a:t>xx%</a:t>
            </a:r>
          </a:p>
        </p:txBody>
      </p:sp>
      <p:sp>
        <p:nvSpPr>
          <p:cNvPr id="46" name="Google Shape;46;p11"/>
          <p:cNvSpPr txBox="1">
            <a:spLocks noGrp="1"/>
          </p:cNvSpPr>
          <p:nvPr>
            <p:ph type="body" idx="1"/>
          </p:nvPr>
        </p:nvSpPr>
        <p:spPr>
          <a:xfrm>
            <a:off x="1184460" y="13449493"/>
            <a:ext cx="32378138" cy="5550000"/>
          </a:xfrm>
          <a:prstGeom prst="rect">
            <a:avLst/>
          </a:prstGeom>
        </p:spPr>
        <p:txBody>
          <a:bodyPr spcFirstLastPara="1" wrap="square" lIns="292550" tIns="292550" rIns="292550" bIns="292550" anchor="t" anchorCtr="0">
            <a:normAutofit/>
          </a:bodyPr>
          <a:lstStyle>
            <a:lvl1pPr marL="542925" lvl="0" indent="-708819" algn="ctr">
              <a:spcBef>
                <a:spcPts val="0"/>
              </a:spcBef>
              <a:spcAft>
                <a:spcPts val="0"/>
              </a:spcAft>
              <a:buSzPts val="5800"/>
              <a:buChar char="●"/>
              <a:defRPr/>
            </a:lvl1pPr>
            <a:lvl2pPr marL="1085850" lvl="1" indent="-610791" algn="ctr">
              <a:spcBef>
                <a:spcPts val="0"/>
              </a:spcBef>
              <a:spcAft>
                <a:spcPts val="0"/>
              </a:spcAft>
              <a:buSzPts val="4500"/>
              <a:buChar char="○"/>
              <a:defRPr/>
            </a:lvl2pPr>
            <a:lvl3pPr marL="1628775" lvl="2" indent="-610791" algn="ctr">
              <a:spcBef>
                <a:spcPts val="0"/>
              </a:spcBef>
              <a:spcAft>
                <a:spcPts val="0"/>
              </a:spcAft>
              <a:buSzPts val="4500"/>
              <a:buChar char="■"/>
              <a:defRPr/>
            </a:lvl3pPr>
            <a:lvl4pPr marL="2171700" lvl="3" indent="-610791" algn="ctr">
              <a:spcBef>
                <a:spcPts val="0"/>
              </a:spcBef>
              <a:spcAft>
                <a:spcPts val="0"/>
              </a:spcAft>
              <a:buSzPts val="4500"/>
              <a:buChar char="●"/>
              <a:defRPr/>
            </a:lvl4pPr>
            <a:lvl5pPr marL="2714625" lvl="4" indent="-610791" algn="ctr">
              <a:spcBef>
                <a:spcPts val="0"/>
              </a:spcBef>
              <a:spcAft>
                <a:spcPts val="0"/>
              </a:spcAft>
              <a:buSzPts val="4500"/>
              <a:buChar char="○"/>
              <a:defRPr/>
            </a:lvl5pPr>
            <a:lvl6pPr marL="3257550" lvl="5" indent="-610791" algn="ctr">
              <a:spcBef>
                <a:spcPts val="0"/>
              </a:spcBef>
              <a:spcAft>
                <a:spcPts val="0"/>
              </a:spcAft>
              <a:buSzPts val="4500"/>
              <a:buChar char="■"/>
              <a:defRPr/>
            </a:lvl6pPr>
            <a:lvl7pPr marL="3800475" lvl="6" indent="-610791" algn="ctr">
              <a:spcBef>
                <a:spcPts val="0"/>
              </a:spcBef>
              <a:spcAft>
                <a:spcPts val="0"/>
              </a:spcAft>
              <a:buSzPts val="4500"/>
              <a:buChar char="●"/>
              <a:defRPr/>
            </a:lvl7pPr>
            <a:lvl8pPr marL="4343400" lvl="7" indent="-610791" algn="ctr">
              <a:spcBef>
                <a:spcPts val="0"/>
              </a:spcBef>
              <a:spcAft>
                <a:spcPts val="0"/>
              </a:spcAft>
              <a:buSzPts val="4500"/>
              <a:buChar char="○"/>
              <a:defRPr/>
            </a:lvl8pPr>
            <a:lvl9pPr marL="4886325" lvl="8" indent="-610791" algn="ctr">
              <a:spcBef>
                <a:spcPts val="0"/>
              </a:spcBef>
              <a:spcAft>
                <a:spcPts val="0"/>
              </a:spcAft>
              <a:buSzPts val="4500"/>
              <a:buChar char="■"/>
              <a:defRPr/>
            </a:lvl9pPr>
          </a:lstStyle>
          <a:p>
            <a:endParaRPr/>
          </a:p>
        </p:txBody>
      </p:sp>
      <p:sp>
        <p:nvSpPr>
          <p:cNvPr id="47" name="Google Shape;47;p11"/>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2195340" y="19896392"/>
            <a:ext cx="2085131" cy="16792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84460" y="1898773"/>
            <a:ext cx="32378138" cy="2443600"/>
          </a:xfrm>
          <a:prstGeom prst="rect">
            <a:avLst/>
          </a:prstGeom>
          <a:noFill/>
          <a:ln>
            <a:noFill/>
          </a:ln>
        </p:spPr>
        <p:txBody>
          <a:bodyPr spcFirstLastPara="1" wrap="square" lIns="292550" tIns="292550" rIns="292550" bIns="292550" anchor="t" anchorCtr="0">
            <a:normAutofit/>
          </a:bodyPr>
          <a:lstStyle>
            <a:lvl1pPr lvl="0">
              <a:spcBef>
                <a:spcPts val="0"/>
              </a:spcBef>
              <a:spcAft>
                <a:spcPts val="0"/>
              </a:spcAft>
              <a:buClr>
                <a:schemeClr val="dk1"/>
              </a:buClr>
              <a:buSzPts val="9000"/>
              <a:buNone/>
              <a:defRPr sz="9000">
                <a:solidFill>
                  <a:schemeClr val="dk1"/>
                </a:solidFill>
              </a:defRPr>
            </a:lvl1pPr>
            <a:lvl2pPr lvl="1">
              <a:spcBef>
                <a:spcPts val="0"/>
              </a:spcBef>
              <a:spcAft>
                <a:spcPts val="0"/>
              </a:spcAft>
              <a:buClr>
                <a:schemeClr val="dk1"/>
              </a:buClr>
              <a:buSzPts val="9000"/>
              <a:buNone/>
              <a:defRPr sz="9000">
                <a:solidFill>
                  <a:schemeClr val="dk1"/>
                </a:solidFill>
              </a:defRPr>
            </a:lvl2pPr>
            <a:lvl3pPr lvl="2">
              <a:spcBef>
                <a:spcPts val="0"/>
              </a:spcBef>
              <a:spcAft>
                <a:spcPts val="0"/>
              </a:spcAft>
              <a:buClr>
                <a:schemeClr val="dk1"/>
              </a:buClr>
              <a:buSzPts val="9000"/>
              <a:buNone/>
              <a:defRPr sz="9000">
                <a:solidFill>
                  <a:schemeClr val="dk1"/>
                </a:solidFill>
              </a:defRPr>
            </a:lvl3pPr>
            <a:lvl4pPr lvl="3">
              <a:spcBef>
                <a:spcPts val="0"/>
              </a:spcBef>
              <a:spcAft>
                <a:spcPts val="0"/>
              </a:spcAft>
              <a:buClr>
                <a:schemeClr val="dk1"/>
              </a:buClr>
              <a:buSzPts val="9000"/>
              <a:buNone/>
              <a:defRPr sz="9000">
                <a:solidFill>
                  <a:schemeClr val="dk1"/>
                </a:solidFill>
              </a:defRPr>
            </a:lvl4pPr>
            <a:lvl5pPr lvl="4">
              <a:spcBef>
                <a:spcPts val="0"/>
              </a:spcBef>
              <a:spcAft>
                <a:spcPts val="0"/>
              </a:spcAft>
              <a:buClr>
                <a:schemeClr val="dk1"/>
              </a:buClr>
              <a:buSzPts val="9000"/>
              <a:buNone/>
              <a:defRPr sz="9000">
                <a:solidFill>
                  <a:schemeClr val="dk1"/>
                </a:solidFill>
              </a:defRPr>
            </a:lvl5pPr>
            <a:lvl6pPr lvl="5">
              <a:spcBef>
                <a:spcPts val="0"/>
              </a:spcBef>
              <a:spcAft>
                <a:spcPts val="0"/>
              </a:spcAft>
              <a:buClr>
                <a:schemeClr val="dk1"/>
              </a:buClr>
              <a:buSzPts val="9000"/>
              <a:buNone/>
              <a:defRPr sz="9000">
                <a:solidFill>
                  <a:schemeClr val="dk1"/>
                </a:solidFill>
              </a:defRPr>
            </a:lvl6pPr>
            <a:lvl7pPr lvl="6">
              <a:spcBef>
                <a:spcPts val="0"/>
              </a:spcBef>
              <a:spcAft>
                <a:spcPts val="0"/>
              </a:spcAft>
              <a:buClr>
                <a:schemeClr val="dk1"/>
              </a:buClr>
              <a:buSzPts val="9000"/>
              <a:buNone/>
              <a:defRPr sz="9000">
                <a:solidFill>
                  <a:schemeClr val="dk1"/>
                </a:solidFill>
              </a:defRPr>
            </a:lvl7pPr>
            <a:lvl8pPr lvl="7">
              <a:spcBef>
                <a:spcPts val="0"/>
              </a:spcBef>
              <a:spcAft>
                <a:spcPts val="0"/>
              </a:spcAft>
              <a:buClr>
                <a:schemeClr val="dk1"/>
              </a:buClr>
              <a:buSzPts val="9000"/>
              <a:buNone/>
              <a:defRPr sz="9000">
                <a:solidFill>
                  <a:schemeClr val="dk1"/>
                </a:solidFill>
              </a:defRPr>
            </a:lvl8pPr>
            <a:lvl9pPr lvl="8">
              <a:spcBef>
                <a:spcPts val="0"/>
              </a:spcBef>
              <a:spcAft>
                <a:spcPts val="0"/>
              </a:spcAft>
              <a:buClr>
                <a:schemeClr val="dk1"/>
              </a:buClr>
              <a:buSzPts val="9000"/>
              <a:buNone/>
              <a:defRPr sz="9000">
                <a:solidFill>
                  <a:schemeClr val="dk1"/>
                </a:solidFill>
              </a:defRPr>
            </a:lvl9pPr>
          </a:lstStyle>
          <a:p>
            <a:endParaRPr/>
          </a:p>
        </p:txBody>
      </p:sp>
      <p:sp>
        <p:nvSpPr>
          <p:cNvPr id="7" name="Google Shape;7;p1"/>
          <p:cNvSpPr txBox="1">
            <a:spLocks noGrp="1"/>
          </p:cNvSpPr>
          <p:nvPr>
            <p:ph type="body" idx="1"/>
          </p:nvPr>
        </p:nvSpPr>
        <p:spPr>
          <a:xfrm>
            <a:off x="1184460" y="4917227"/>
            <a:ext cx="32378138" cy="14576800"/>
          </a:xfrm>
          <a:prstGeom prst="rect">
            <a:avLst/>
          </a:prstGeom>
          <a:noFill/>
          <a:ln>
            <a:noFill/>
          </a:ln>
        </p:spPr>
        <p:txBody>
          <a:bodyPr spcFirstLastPara="1" wrap="square" lIns="292550" tIns="292550" rIns="292550" bIns="292550" anchor="t" anchorCtr="0">
            <a:normAutofit/>
          </a:bodyPr>
          <a:lstStyle>
            <a:lvl1pPr marL="457200" lvl="0" indent="-596900">
              <a:lnSpc>
                <a:spcPct val="115000"/>
              </a:lnSpc>
              <a:spcBef>
                <a:spcPts val="0"/>
              </a:spcBef>
              <a:spcAft>
                <a:spcPts val="0"/>
              </a:spcAft>
              <a:buClr>
                <a:schemeClr val="dk2"/>
              </a:buClr>
              <a:buSzPts val="5800"/>
              <a:buChar char="●"/>
              <a:defRPr sz="5800">
                <a:solidFill>
                  <a:schemeClr val="dk2"/>
                </a:solidFill>
              </a:defRPr>
            </a:lvl1pPr>
            <a:lvl2pPr marL="914400" lvl="1" indent="-514350">
              <a:lnSpc>
                <a:spcPct val="115000"/>
              </a:lnSpc>
              <a:spcBef>
                <a:spcPts val="0"/>
              </a:spcBef>
              <a:spcAft>
                <a:spcPts val="0"/>
              </a:spcAft>
              <a:buClr>
                <a:schemeClr val="dk2"/>
              </a:buClr>
              <a:buSzPts val="4500"/>
              <a:buChar char="○"/>
              <a:defRPr sz="4500">
                <a:solidFill>
                  <a:schemeClr val="dk2"/>
                </a:solidFill>
              </a:defRPr>
            </a:lvl2pPr>
            <a:lvl3pPr marL="1371600" lvl="2" indent="-514350">
              <a:lnSpc>
                <a:spcPct val="115000"/>
              </a:lnSpc>
              <a:spcBef>
                <a:spcPts val="0"/>
              </a:spcBef>
              <a:spcAft>
                <a:spcPts val="0"/>
              </a:spcAft>
              <a:buClr>
                <a:schemeClr val="dk2"/>
              </a:buClr>
              <a:buSzPts val="4500"/>
              <a:buChar char="■"/>
              <a:defRPr sz="4500">
                <a:solidFill>
                  <a:schemeClr val="dk2"/>
                </a:solidFill>
              </a:defRPr>
            </a:lvl3pPr>
            <a:lvl4pPr marL="1828800" lvl="3" indent="-514350">
              <a:lnSpc>
                <a:spcPct val="115000"/>
              </a:lnSpc>
              <a:spcBef>
                <a:spcPts val="0"/>
              </a:spcBef>
              <a:spcAft>
                <a:spcPts val="0"/>
              </a:spcAft>
              <a:buClr>
                <a:schemeClr val="dk2"/>
              </a:buClr>
              <a:buSzPts val="4500"/>
              <a:buChar char="●"/>
              <a:defRPr sz="4500">
                <a:solidFill>
                  <a:schemeClr val="dk2"/>
                </a:solidFill>
              </a:defRPr>
            </a:lvl4pPr>
            <a:lvl5pPr marL="2286000" lvl="4" indent="-514350">
              <a:lnSpc>
                <a:spcPct val="115000"/>
              </a:lnSpc>
              <a:spcBef>
                <a:spcPts val="0"/>
              </a:spcBef>
              <a:spcAft>
                <a:spcPts val="0"/>
              </a:spcAft>
              <a:buClr>
                <a:schemeClr val="dk2"/>
              </a:buClr>
              <a:buSzPts val="4500"/>
              <a:buChar char="○"/>
              <a:defRPr sz="4500">
                <a:solidFill>
                  <a:schemeClr val="dk2"/>
                </a:solidFill>
              </a:defRPr>
            </a:lvl5pPr>
            <a:lvl6pPr marL="2743200" lvl="5" indent="-514350">
              <a:lnSpc>
                <a:spcPct val="115000"/>
              </a:lnSpc>
              <a:spcBef>
                <a:spcPts val="0"/>
              </a:spcBef>
              <a:spcAft>
                <a:spcPts val="0"/>
              </a:spcAft>
              <a:buClr>
                <a:schemeClr val="dk2"/>
              </a:buClr>
              <a:buSzPts val="4500"/>
              <a:buChar char="■"/>
              <a:defRPr sz="4500">
                <a:solidFill>
                  <a:schemeClr val="dk2"/>
                </a:solidFill>
              </a:defRPr>
            </a:lvl6pPr>
            <a:lvl7pPr marL="3200400" lvl="6" indent="-514350">
              <a:lnSpc>
                <a:spcPct val="115000"/>
              </a:lnSpc>
              <a:spcBef>
                <a:spcPts val="0"/>
              </a:spcBef>
              <a:spcAft>
                <a:spcPts val="0"/>
              </a:spcAft>
              <a:buClr>
                <a:schemeClr val="dk2"/>
              </a:buClr>
              <a:buSzPts val="4500"/>
              <a:buChar char="●"/>
              <a:defRPr sz="4500">
                <a:solidFill>
                  <a:schemeClr val="dk2"/>
                </a:solidFill>
              </a:defRPr>
            </a:lvl7pPr>
            <a:lvl8pPr marL="3657600" lvl="7" indent="-514350">
              <a:lnSpc>
                <a:spcPct val="115000"/>
              </a:lnSpc>
              <a:spcBef>
                <a:spcPts val="0"/>
              </a:spcBef>
              <a:spcAft>
                <a:spcPts val="0"/>
              </a:spcAft>
              <a:buClr>
                <a:schemeClr val="dk2"/>
              </a:buClr>
              <a:buSzPts val="4500"/>
              <a:buChar char="○"/>
              <a:defRPr sz="4500">
                <a:solidFill>
                  <a:schemeClr val="dk2"/>
                </a:solidFill>
              </a:defRPr>
            </a:lvl8pPr>
            <a:lvl9pPr marL="4114800" lvl="8" indent="-514350">
              <a:lnSpc>
                <a:spcPct val="115000"/>
              </a:lnSpc>
              <a:spcBef>
                <a:spcPts val="0"/>
              </a:spcBef>
              <a:spcAft>
                <a:spcPts val="0"/>
              </a:spcAft>
              <a:buClr>
                <a:schemeClr val="dk2"/>
              </a:buClr>
              <a:buSzPts val="4500"/>
              <a:buChar char="■"/>
              <a:defRPr sz="4500">
                <a:solidFill>
                  <a:schemeClr val="dk2"/>
                </a:solidFill>
              </a:defRPr>
            </a:lvl9pPr>
          </a:lstStyle>
          <a:p>
            <a:endParaRPr/>
          </a:p>
        </p:txBody>
      </p:sp>
      <p:sp>
        <p:nvSpPr>
          <p:cNvPr id="8" name="Google Shape;8;p1"/>
          <p:cNvSpPr txBox="1">
            <a:spLocks noGrp="1"/>
          </p:cNvSpPr>
          <p:nvPr>
            <p:ph type="sldNum" idx="12"/>
          </p:nvPr>
        </p:nvSpPr>
        <p:spPr>
          <a:xfrm>
            <a:off x="32195340" y="19896392"/>
            <a:ext cx="2085131" cy="1679200"/>
          </a:xfrm>
          <a:prstGeom prst="rect">
            <a:avLst/>
          </a:prstGeom>
          <a:noFill/>
          <a:ln>
            <a:noFill/>
          </a:ln>
        </p:spPr>
        <p:txBody>
          <a:bodyPr spcFirstLastPara="1" wrap="square" lIns="292550" tIns="292550" rIns="292550" bIns="292550" anchor="ctr" anchorCtr="0">
            <a:normAutofit/>
          </a:bodyPr>
          <a:lstStyle>
            <a:lvl1pPr lvl="0" algn="r">
              <a:buNone/>
              <a:defRPr sz="3800">
                <a:solidFill>
                  <a:schemeClr val="dk2"/>
                </a:solidFill>
              </a:defRPr>
            </a:lvl1pPr>
            <a:lvl2pPr lvl="1" algn="r">
              <a:buNone/>
              <a:defRPr sz="3800">
                <a:solidFill>
                  <a:schemeClr val="dk2"/>
                </a:solidFill>
              </a:defRPr>
            </a:lvl2pPr>
            <a:lvl3pPr lvl="2" algn="r">
              <a:buNone/>
              <a:defRPr sz="3800">
                <a:solidFill>
                  <a:schemeClr val="dk2"/>
                </a:solidFill>
              </a:defRPr>
            </a:lvl3pPr>
            <a:lvl4pPr lvl="3" algn="r">
              <a:buNone/>
              <a:defRPr sz="3800">
                <a:solidFill>
                  <a:schemeClr val="dk2"/>
                </a:solidFill>
              </a:defRPr>
            </a:lvl4pPr>
            <a:lvl5pPr lvl="4" algn="r">
              <a:buNone/>
              <a:defRPr sz="3800">
                <a:solidFill>
                  <a:schemeClr val="dk2"/>
                </a:solidFill>
              </a:defRPr>
            </a:lvl5pPr>
            <a:lvl6pPr lvl="5" algn="r">
              <a:buNone/>
              <a:defRPr sz="3800">
                <a:solidFill>
                  <a:schemeClr val="dk2"/>
                </a:solidFill>
              </a:defRPr>
            </a:lvl6pPr>
            <a:lvl7pPr lvl="6" algn="r">
              <a:buNone/>
              <a:defRPr sz="3800">
                <a:solidFill>
                  <a:schemeClr val="dk2"/>
                </a:solidFill>
              </a:defRPr>
            </a:lvl7pPr>
            <a:lvl8pPr lvl="7" algn="r">
              <a:buNone/>
              <a:defRPr sz="3800">
                <a:solidFill>
                  <a:schemeClr val="dk2"/>
                </a:solidFill>
              </a:defRPr>
            </a:lvl8pPr>
            <a:lvl9pPr lvl="8" algn="r">
              <a:buNone/>
              <a:defRPr sz="38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6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92A14D2E-DEF8-1191-2D74-E5958062C5BB}"/>
            </a:ext>
          </a:extLst>
        </p:cNvPr>
        <p:cNvGrpSpPr/>
        <p:nvPr/>
      </p:nvGrpSpPr>
      <p:grpSpPr>
        <a:xfrm>
          <a:off x="0" y="0"/>
          <a:ext cx="0" cy="0"/>
          <a:chOff x="0" y="0"/>
          <a:chExt cx="0" cy="0"/>
        </a:xfrm>
      </p:grpSpPr>
      <p:sp>
        <p:nvSpPr>
          <p:cNvPr id="21" name="Google Shape;54;p13">
            <a:extLst>
              <a:ext uri="{FF2B5EF4-FFF2-40B4-BE49-F238E27FC236}">
                <a16:creationId xmlns:a16="http://schemas.microsoft.com/office/drawing/2014/main" id="{5BE3FFA3-1891-E01C-043A-A5D0D37C6553}"/>
              </a:ext>
            </a:extLst>
          </p:cNvPr>
          <p:cNvSpPr/>
          <p:nvPr/>
        </p:nvSpPr>
        <p:spPr>
          <a:xfrm>
            <a:off x="171632" y="176012"/>
            <a:ext cx="34403938" cy="1856582"/>
          </a:xfrm>
          <a:prstGeom prst="roundRect">
            <a:avLst>
              <a:gd name="adj" fmla="val 6500"/>
            </a:avLst>
          </a:prstGeom>
          <a:solidFill>
            <a:srgbClr val="E6E6E6"/>
          </a:solidFill>
          <a:ln w="9525" cap="flat" cmpd="sng">
            <a:solidFill>
              <a:schemeClr val="dk2"/>
            </a:solidFill>
            <a:prstDash val="solid"/>
            <a:round/>
            <a:headEnd type="none" w="sm" len="sm"/>
            <a:tailEnd type="none" w="sm" len="sm"/>
          </a:ln>
        </p:spPr>
        <p:txBody>
          <a:bodyPr spcFirstLastPara="1" wrap="square" lIns="108567" tIns="108567" rIns="108567" bIns="108567" anchor="ctr" anchorCtr="0">
            <a:noAutofit/>
          </a:bodyPr>
          <a:lstStyle/>
          <a:p>
            <a:endParaRPr sz="2062"/>
          </a:p>
        </p:txBody>
      </p:sp>
      <p:sp>
        <p:nvSpPr>
          <p:cNvPr id="22" name="Google Shape;55;p13">
            <a:extLst>
              <a:ext uri="{FF2B5EF4-FFF2-40B4-BE49-F238E27FC236}">
                <a16:creationId xmlns:a16="http://schemas.microsoft.com/office/drawing/2014/main" id="{80CF808F-8833-2860-7CF8-3020E534C57C}"/>
              </a:ext>
            </a:extLst>
          </p:cNvPr>
          <p:cNvSpPr txBox="1"/>
          <p:nvPr/>
        </p:nvSpPr>
        <p:spPr>
          <a:xfrm>
            <a:off x="5273991" y="281478"/>
            <a:ext cx="22795318" cy="950224"/>
          </a:xfrm>
          <a:prstGeom prst="rect">
            <a:avLst/>
          </a:prstGeom>
          <a:noFill/>
          <a:ln>
            <a:noFill/>
          </a:ln>
        </p:spPr>
        <p:txBody>
          <a:bodyPr spcFirstLastPara="1" wrap="square" lIns="108567" tIns="108567" rIns="108567" bIns="108567" anchor="t" anchorCtr="0">
            <a:spAutoFit/>
          </a:bodyPr>
          <a:lstStyle/>
          <a:p>
            <a:pPr algn="ctr"/>
            <a:r>
              <a:rPr lang="en-US" sz="4750" dirty="0">
                <a:latin typeface="Outfit SemiBold"/>
              </a:rPr>
              <a:t>Surface Water and Drinking Water Contaminants in Kansas</a:t>
            </a:r>
          </a:p>
        </p:txBody>
      </p:sp>
      <p:pic>
        <p:nvPicPr>
          <p:cNvPr id="23" name="Google Shape;56;p13">
            <a:extLst>
              <a:ext uri="{FF2B5EF4-FFF2-40B4-BE49-F238E27FC236}">
                <a16:creationId xmlns:a16="http://schemas.microsoft.com/office/drawing/2014/main" id="{4E7CE01B-6CA2-DD5D-B6F7-D11D2A3A2B0C}"/>
              </a:ext>
            </a:extLst>
          </p:cNvPr>
          <p:cNvPicPr preferRelativeResize="0"/>
          <p:nvPr/>
        </p:nvPicPr>
        <p:blipFill>
          <a:blip r:embed="rId3">
            <a:alphaModFix/>
          </a:blip>
          <a:stretch>
            <a:fillRect/>
          </a:stretch>
        </p:blipFill>
        <p:spPr>
          <a:xfrm>
            <a:off x="353243" y="416955"/>
            <a:ext cx="4471620" cy="1329318"/>
          </a:xfrm>
          <a:prstGeom prst="rect">
            <a:avLst/>
          </a:prstGeom>
          <a:noFill/>
          <a:ln>
            <a:noFill/>
          </a:ln>
        </p:spPr>
      </p:pic>
      <p:pic>
        <p:nvPicPr>
          <p:cNvPr id="24" name="Google Shape;57;p13">
            <a:extLst>
              <a:ext uri="{FF2B5EF4-FFF2-40B4-BE49-F238E27FC236}">
                <a16:creationId xmlns:a16="http://schemas.microsoft.com/office/drawing/2014/main" id="{EDC54701-2421-881E-1D0A-3A8D1BE1E463}"/>
              </a:ext>
            </a:extLst>
          </p:cNvPr>
          <p:cNvPicPr preferRelativeResize="0"/>
          <p:nvPr/>
        </p:nvPicPr>
        <p:blipFill>
          <a:blip r:embed="rId4">
            <a:alphaModFix/>
          </a:blip>
          <a:stretch>
            <a:fillRect/>
          </a:stretch>
        </p:blipFill>
        <p:spPr>
          <a:xfrm>
            <a:off x="28530829" y="66035"/>
            <a:ext cx="5204324" cy="1652229"/>
          </a:xfrm>
          <a:prstGeom prst="rect">
            <a:avLst/>
          </a:prstGeom>
          <a:noFill/>
          <a:ln>
            <a:noFill/>
          </a:ln>
        </p:spPr>
      </p:pic>
      <p:sp>
        <p:nvSpPr>
          <p:cNvPr id="26" name="Google Shape;59;p13">
            <a:extLst>
              <a:ext uri="{FF2B5EF4-FFF2-40B4-BE49-F238E27FC236}">
                <a16:creationId xmlns:a16="http://schemas.microsoft.com/office/drawing/2014/main" id="{CDA88A21-D992-6E92-4142-3A3BD20560BA}"/>
              </a:ext>
            </a:extLst>
          </p:cNvPr>
          <p:cNvSpPr/>
          <p:nvPr/>
        </p:nvSpPr>
        <p:spPr>
          <a:xfrm>
            <a:off x="171631" y="2211773"/>
            <a:ext cx="10857237" cy="19557815"/>
          </a:xfrm>
          <a:prstGeom prst="roundRect">
            <a:avLst>
              <a:gd name="adj" fmla="val 1215"/>
            </a:avLst>
          </a:prstGeom>
          <a:solidFill>
            <a:srgbClr val="F6F6F6"/>
          </a:solidFill>
          <a:ln w="9525" cap="flat" cmpd="sng">
            <a:solidFill>
              <a:schemeClr val="dk2"/>
            </a:solidFill>
            <a:prstDash val="solid"/>
            <a:round/>
            <a:headEnd type="none" w="sm" len="sm"/>
            <a:tailEnd type="none" w="sm" len="sm"/>
          </a:ln>
        </p:spPr>
        <p:txBody>
          <a:bodyPr spcFirstLastPara="1" wrap="square" lIns="108567" tIns="108567" rIns="108567" bIns="108567" anchor="ctr" anchorCtr="0">
            <a:noAutofit/>
          </a:bodyPr>
          <a:lstStyle/>
          <a:p>
            <a:endParaRPr sz="2062"/>
          </a:p>
        </p:txBody>
      </p:sp>
      <p:sp>
        <p:nvSpPr>
          <p:cNvPr id="27" name="Google Shape;60;p13">
            <a:extLst>
              <a:ext uri="{FF2B5EF4-FFF2-40B4-BE49-F238E27FC236}">
                <a16:creationId xmlns:a16="http://schemas.microsoft.com/office/drawing/2014/main" id="{29C9035F-7B31-9FE8-0278-AB753034F5B1}"/>
              </a:ext>
            </a:extLst>
          </p:cNvPr>
          <p:cNvSpPr/>
          <p:nvPr/>
        </p:nvSpPr>
        <p:spPr>
          <a:xfrm>
            <a:off x="11225702" y="2211772"/>
            <a:ext cx="12125034" cy="19557814"/>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108567" tIns="108567" rIns="108567" bIns="108567" anchor="ctr" anchorCtr="0">
            <a:noAutofit/>
          </a:bodyPr>
          <a:lstStyle/>
          <a:p>
            <a:endParaRPr lang="en-US" sz="2062" dirty="0"/>
          </a:p>
        </p:txBody>
      </p:sp>
      <p:sp>
        <p:nvSpPr>
          <p:cNvPr id="28" name="Google Shape;61;p13">
            <a:extLst>
              <a:ext uri="{FF2B5EF4-FFF2-40B4-BE49-F238E27FC236}">
                <a16:creationId xmlns:a16="http://schemas.microsoft.com/office/drawing/2014/main" id="{AC9BC7D1-2114-97B7-0F1C-AB56C70A4F95}"/>
              </a:ext>
            </a:extLst>
          </p:cNvPr>
          <p:cNvSpPr/>
          <p:nvPr/>
        </p:nvSpPr>
        <p:spPr>
          <a:xfrm>
            <a:off x="23532145" y="2211772"/>
            <a:ext cx="11043425" cy="19557814"/>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108567" tIns="108567" rIns="108567" bIns="108567" anchor="ctr" anchorCtr="0">
            <a:noAutofit/>
          </a:bodyPr>
          <a:lstStyle/>
          <a:p>
            <a:endParaRPr sz="2062"/>
          </a:p>
        </p:txBody>
      </p:sp>
      <p:sp>
        <p:nvSpPr>
          <p:cNvPr id="29" name="Google Shape;62;p13">
            <a:extLst>
              <a:ext uri="{FF2B5EF4-FFF2-40B4-BE49-F238E27FC236}">
                <a16:creationId xmlns:a16="http://schemas.microsoft.com/office/drawing/2014/main" id="{0E61806B-161C-7F74-569A-20CCC893CD1A}"/>
              </a:ext>
            </a:extLst>
          </p:cNvPr>
          <p:cNvSpPr txBox="1"/>
          <p:nvPr/>
        </p:nvSpPr>
        <p:spPr>
          <a:xfrm>
            <a:off x="368465" y="3237727"/>
            <a:ext cx="10610253" cy="11137423"/>
          </a:xfrm>
          <a:prstGeom prst="rect">
            <a:avLst/>
          </a:prstGeom>
          <a:noFill/>
          <a:ln>
            <a:noFill/>
          </a:ln>
        </p:spPr>
        <p:txBody>
          <a:bodyPr spcFirstLastPara="1" wrap="square" lIns="108567" tIns="108567" rIns="108567" bIns="108567" anchor="t" anchorCtr="0">
            <a:noAutofit/>
          </a:bodyPr>
          <a:lstStyle/>
          <a:p>
            <a:r>
              <a:rPr lang="en-US" sz="2900" dirty="0">
                <a:latin typeface="Helvetica Neue" panose="02000503000000020004" pitchFamily="2" charset="0"/>
                <a:ea typeface="Helvetica Neue" panose="02000503000000020004" pitchFamily="2" charset="0"/>
                <a:cs typeface="Helvetica Neue" panose="02000503000000020004" pitchFamily="2" charset="0"/>
              </a:rPr>
              <a:t>This project analyzes water quality conditions in Kansas to understand how contamination in surface water may affect community drinking water systems. The project was developed in collaboration with the Kansas Data Science Consortium (KDSC) and community partner ARISE.</a:t>
            </a:r>
          </a:p>
          <a:p>
            <a:endParaRPr lang="en-US" sz="2900" dirty="0">
              <a:latin typeface="Helvetica Neue" panose="02000503000000020004" pitchFamily="2" charset="0"/>
              <a:ea typeface="Helvetica Neue" panose="02000503000000020004" pitchFamily="2" charset="0"/>
              <a:cs typeface="Helvetica Neue" panose="02000503000000020004" pitchFamily="2" charset="0"/>
            </a:endParaRPr>
          </a:p>
          <a:p>
            <a:r>
              <a:rPr lang="en-US" sz="2900" dirty="0">
                <a:latin typeface="Helvetica Neue" panose="02000503000000020004" pitchFamily="2" charset="0"/>
                <a:ea typeface="Helvetica Neue" panose="02000503000000020004" pitchFamily="2" charset="0"/>
                <a:cs typeface="Helvetica Neue" panose="02000503000000020004" pitchFamily="2" charset="0"/>
              </a:rPr>
              <a:t>Water quality is a critical public health concern, as contaminants in drinking water can directly impact human health and environmental safety. Understanding contamination patterns helps support better monitoring and decision-making.</a:t>
            </a:r>
          </a:p>
          <a:p>
            <a:endParaRPr lang="en-US" sz="2900" dirty="0">
              <a:latin typeface="Helvetica Neue" panose="02000503000000020004" pitchFamily="2" charset="0"/>
              <a:ea typeface="Helvetica Neue" panose="02000503000000020004" pitchFamily="2" charset="0"/>
              <a:cs typeface="Helvetica Neue" panose="02000503000000020004" pitchFamily="2" charset="0"/>
            </a:endParaRPr>
          </a:p>
          <a:p>
            <a:r>
              <a:rPr lang="en-US" sz="2900" b="1" dirty="0">
                <a:latin typeface="Helvetica Neue" panose="02000503000000020004" pitchFamily="2" charset="0"/>
                <a:ea typeface="Helvetica Neue" panose="02000503000000020004" pitchFamily="2" charset="0"/>
                <a:cs typeface="Helvetica Neue" panose="02000503000000020004" pitchFamily="2" charset="0"/>
              </a:rPr>
              <a:t>Goal</a:t>
            </a:r>
            <a:r>
              <a:rPr lang="en-US" sz="2900" dirty="0">
                <a:latin typeface="Helvetica Neue" panose="02000503000000020004" pitchFamily="2" charset="0"/>
                <a:ea typeface="Helvetica Neue" panose="02000503000000020004" pitchFamily="2" charset="0"/>
                <a:cs typeface="Helvetica Neue" panose="02000503000000020004" pitchFamily="2" charset="0"/>
              </a:rPr>
              <a:t>: Identify important contaminants in drinking water and examine whether similar patterns appear in surface water data.</a:t>
            </a:r>
          </a:p>
          <a:p>
            <a:endParaRPr lang="en-US" sz="2900" b="1" dirty="0">
              <a:latin typeface="Helvetica Neue" panose="02000503000000020004" pitchFamily="2" charset="0"/>
              <a:ea typeface="Helvetica Neue" panose="02000503000000020004" pitchFamily="2" charset="0"/>
              <a:cs typeface="Helvetica Neue" panose="02000503000000020004" pitchFamily="2" charset="0"/>
            </a:endParaRPr>
          </a:p>
          <a:p>
            <a:r>
              <a:rPr lang="en-US" sz="2900" b="1" dirty="0">
                <a:latin typeface="Helvetica Neue" panose="02000503000000020004" pitchFamily="2" charset="0"/>
                <a:ea typeface="Helvetica Neue" panose="02000503000000020004" pitchFamily="2" charset="0"/>
                <a:cs typeface="Helvetica Neue" panose="02000503000000020004" pitchFamily="2" charset="0"/>
              </a:rPr>
              <a:t>Challenge</a:t>
            </a:r>
            <a:r>
              <a:rPr lang="en-US" sz="2900" dirty="0">
                <a:latin typeface="Helvetica Neue" panose="02000503000000020004" pitchFamily="2" charset="0"/>
                <a:ea typeface="Helvetica Neue" panose="02000503000000020004" pitchFamily="2" charset="0"/>
                <a:cs typeface="Helvetica Neue" panose="02000503000000020004" pitchFamily="2" charset="0"/>
              </a:rPr>
              <a:t>: Due to missing geographic identifiers in the drinking water dataset, a direct linkage between surface water and drinking water systems was not possible.</a:t>
            </a:r>
          </a:p>
          <a:p>
            <a:endParaRPr lang="en-US" sz="2900" dirty="0">
              <a:latin typeface="Helvetica Neue" panose="02000503000000020004" pitchFamily="2" charset="0"/>
              <a:ea typeface="Helvetica Neue" panose="02000503000000020004" pitchFamily="2" charset="0"/>
              <a:cs typeface="Helvetica Neue" panose="02000503000000020004" pitchFamily="2" charset="0"/>
            </a:endParaRPr>
          </a:p>
          <a:p>
            <a:r>
              <a:rPr lang="en-US" sz="2900" dirty="0">
                <a:latin typeface="Helvetica Neue" panose="02000503000000020004" pitchFamily="2" charset="0"/>
                <a:ea typeface="Helvetica Neue" panose="02000503000000020004" pitchFamily="2" charset="0"/>
                <a:cs typeface="Helvetica Neue" panose="02000503000000020004" pitchFamily="2" charset="0"/>
              </a:rPr>
              <a:t>Instead, the project focuses on two components:</a:t>
            </a:r>
          </a:p>
          <a:p>
            <a:r>
              <a:rPr lang="en-US" sz="2900" dirty="0">
                <a:latin typeface="Helvetica Neue" panose="02000503000000020004" pitchFamily="2" charset="0"/>
                <a:ea typeface="Helvetica Neue" panose="02000503000000020004" pitchFamily="2" charset="0"/>
                <a:cs typeface="Helvetica Neue" panose="02000503000000020004" pitchFamily="2" charset="0"/>
              </a:rPr>
              <a:t>• Statistical analysis of drinking water contaminants  </a:t>
            </a:r>
          </a:p>
          <a:p>
            <a:r>
              <a:rPr lang="en-US" sz="2900" dirty="0">
                <a:latin typeface="Helvetica Neue" panose="02000503000000020004" pitchFamily="2" charset="0"/>
                <a:ea typeface="Helvetica Neue" panose="02000503000000020004" pitchFamily="2" charset="0"/>
                <a:cs typeface="Helvetica Neue" panose="02000503000000020004" pitchFamily="2" charset="0"/>
              </a:rPr>
              <a:t>• Spatial and temporal analysis of surface water measurements  </a:t>
            </a:r>
          </a:p>
          <a:p>
            <a:endParaRPr lang="en-US" sz="2900" dirty="0">
              <a:latin typeface="Helvetica Neue" panose="02000503000000020004" pitchFamily="2" charset="0"/>
              <a:ea typeface="Helvetica Neue" panose="02000503000000020004" pitchFamily="2" charset="0"/>
              <a:cs typeface="Helvetica Neue" panose="02000503000000020004" pitchFamily="2" charset="0"/>
            </a:endParaRPr>
          </a:p>
          <a:p>
            <a:r>
              <a:rPr lang="en-US" sz="2900" dirty="0">
                <a:latin typeface="Helvetica Neue" panose="02000503000000020004" pitchFamily="2" charset="0"/>
                <a:ea typeface="Helvetica Neue" panose="02000503000000020004" pitchFamily="2" charset="0"/>
                <a:cs typeface="Helvetica Neue" panose="02000503000000020004" pitchFamily="2" charset="0"/>
              </a:rPr>
              <a:t>This approach provides insight into contamination behavior even without a direct dataset linkage.</a:t>
            </a:r>
          </a:p>
        </p:txBody>
      </p:sp>
      <p:sp>
        <p:nvSpPr>
          <p:cNvPr id="30" name="Google Shape;63;p13">
            <a:extLst>
              <a:ext uri="{FF2B5EF4-FFF2-40B4-BE49-F238E27FC236}">
                <a16:creationId xmlns:a16="http://schemas.microsoft.com/office/drawing/2014/main" id="{2C9ACCD4-BABE-8E15-04A5-67AF5F9B24FB}"/>
              </a:ext>
            </a:extLst>
          </p:cNvPr>
          <p:cNvSpPr txBox="1"/>
          <p:nvPr/>
        </p:nvSpPr>
        <p:spPr>
          <a:xfrm>
            <a:off x="322873" y="2318352"/>
            <a:ext cx="10315575" cy="950224"/>
          </a:xfrm>
          <a:prstGeom prst="rect">
            <a:avLst/>
          </a:prstGeom>
          <a:noFill/>
          <a:ln>
            <a:noFill/>
          </a:ln>
        </p:spPr>
        <p:txBody>
          <a:bodyPr spcFirstLastPara="1" wrap="square" lIns="108567" tIns="108567" rIns="108567" bIns="108567" anchor="t" anchorCtr="0">
            <a:spAutoFit/>
          </a:bodyPr>
          <a:lstStyle/>
          <a:p>
            <a:r>
              <a:rPr lang="en" sz="4750" dirty="0">
                <a:latin typeface="Outfit SemiBold"/>
                <a:ea typeface="Outfit SemiBold"/>
                <a:cs typeface="Outfit SemiBold"/>
                <a:sym typeface="Outfit SemiBold"/>
              </a:rPr>
              <a:t>Introduction</a:t>
            </a:r>
            <a:endParaRPr sz="5225" dirty="0">
              <a:latin typeface="Outfit SemiBold"/>
              <a:ea typeface="Outfit SemiBold"/>
              <a:cs typeface="Outfit SemiBold"/>
              <a:sym typeface="Outfit SemiBold"/>
            </a:endParaRPr>
          </a:p>
        </p:txBody>
      </p:sp>
      <p:sp>
        <p:nvSpPr>
          <p:cNvPr id="31" name="Google Shape;64;p13">
            <a:extLst>
              <a:ext uri="{FF2B5EF4-FFF2-40B4-BE49-F238E27FC236}">
                <a16:creationId xmlns:a16="http://schemas.microsoft.com/office/drawing/2014/main" id="{E227A937-55E2-95A4-7739-B5E2AF575012}"/>
              </a:ext>
            </a:extLst>
          </p:cNvPr>
          <p:cNvSpPr txBox="1"/>
          <p:nvPr/>
        </p:nvSpPr>
        <p:spPr>
          <a:xfrm>
            <a:off x="308554" y="14554330"/>
            <a:ext cx="10315575" cy="950224"/>
          </a:xfrm>
          <a:prstGeom prst="rect">
            <a:avLst/>
          </a:prstGeom>
          <a:noFill/>
          <a:ln>
            <a:noFill/>
          </a:ln>
        </p:spPr>
        <p:txBody>
          <a:bodyPr spcFirstLastPara="1" wrap="square" lIns="108567" tIns="108567" rIns="108567" bIns="108567" anchor="t" anchorCtr="0">
            <a:spAutoFit/>
          </a:bodyPr>
          <a:lstStyle/>
          <a:p>
            <a:r>
              <a:rPr lang="en" sz="4750" dirty="0">
                <a:latin typeface="Outfit SemiBold"/>
                <a:ea typeface="Outfit SemiBold"/>
                <a:cs typeface="Outfit SemiBold"/>
                <a:sym typeface="Outfit SemiBold"/>
              </a:rPr>
              <a:t>Data Source &amp; Preparation</a:t>
            </a:r>
            <a:endParaRPr sz="4750" dirty="0">
              <a:latin typeface="Outfit SemiBold"/>
              <a:ea typeface="Outfit SemiBold"/>
              <a:cs typeface="Outfit SemiBold"/>
              <a:sym typeface="Outfit SemiBold"/>
            </a:endParaRPr>
          </a:p>
        </p:txBody>
      </p:sp>
      <p:sp>
        <p:nvSpPr>
          <p:cNvPr id="33" name="Google Shape;65;p13">
            <a:extLst>
              <a:ext uri="{FF2B5EF4-FFF2-40B4-BE49-F238E27FC236}">
                <a16:creationId xmlns:a16="http://schemas.microsoft.com/office/drawing/2014/main" id="{2D4BC204-654B-C4FC-C406-5D94111325E6}"/>
              </a:ext>
            </a:extLst>
          </p:cNvPr>
          <p:cNvSpPr txBox="1"/>
          <p:nvPr/>
        </p:nvSpPr>
        <p:spPr>
          <a:xfrm>
            <a:off x="12032014" y="2322588"/>
            <a:ext cx="10315575" cy="950224"/>
          </a:xfrm>
          <a:prstGeom prst="rect">
            <a:avLst/>
          </a:prstGeom>
          <a:noFill/>
          <a:ln>
            <a:noFill/>
          </a:ln>
        </p:spPr>
        <p:txBody>
          <a:bodyPr spcFirstLastPara="1" wrap="square" lIns="108567" tIns="108567" rIns="108567" bIns="108567" anchor="t" anchorCtr="0">
            <a:spAutoFit/>
          </a:bodyPr>
          <a:lstStyle/>
          <a:p>
            <a:r>
              <a:rPr lang="en" sz="4750" dirty="0">
                <a:latin typeface="Outfit SemiBold"/>
                <a:ea typeface="Outfit SemiBold"/>
                <a:cs typeface="Outfit SemiBold"/>
                <a:sym typeface="Outfit SemiBold"/>
              </a:rPr>
              <a:t>Results</a:t>
            </a:r>
            <a:endParaRPr sz="5225" dirty="0">
              <a:latin typeface="Outfit SemiBold"/>
              <a:ea typeface="Outfit SemiBold"/>
              <a:cs typeface="Outfit SemiBold"/>
              <a:sym typeface="Outfit SemiBold"/>
            </a:endParaRPr>
          </a:p>
        </p:txBody>
      </p:sp>
      <p:sp>
        <p:nvSpPr>
          <p:cNvPr id="34" name="Google Shape;66;p13">
            <a:extLst>
              <a:ext uri="{FF2B5EF4-FFF2-40B4-BE49-F238E27FC236}">
                <a16:creationId xmlns:a16="http://schemas.microsoft.com/office/drawing/2014/main" id="{DB1F5507-5628-BA7F-81B5-9C19096025AB}"/>
              </a:ext>
            </a:extLst>
          </p:cNvPr>
          <p:cNvSpPr txBox="1"/>
          <p:nvPr/>
        </p:nvSpPr>
        <p:spPr>
          <a:xfrm>
            <a:off x="23760532" y="12048939"/>
            <a:ext cx="3901760" cy="950224"/>
          </a:xfrm>
          <a:prstGeom prst="rect">
            <a:avLst/>
          </a:prstGeom>
          <a:noFill/>
          <a:ln>
            <a:noFill/>
          </a:ln>
        </p:spPr>
        <p:txBody>
          <a:bodyPr spcFirstLastPara="1" wrap="square" lIns="108567" tIns="108567" rIns="108567" bIns="108567" anchor="t" anchorCtr="0">
            <a:spAutoFit/>
          </a:bodyPr>
          <a:lstStyle/>
          <a:p>
            <a:r>
              <a:rPr lang="en" sz="4750" dirty="0">
                <a:latin typeface="Outfit SemiBold"/>
                <a:ea typeface="Outfit SemiBold"/>
                <a:cs typeface="Outfit SemiBold"/>
                <a:sym typeface="Outfit SemiBold"/>
              </a:rPr>
              <a:t>Discussion</a:t>
            </a:r>
            <a:endParaRPr sz="5225" dirty="0">
              <a:latin typeface="Outfit SemiBold"/>
              <a:ea typeface="Outfit SemiBold"/>
              <a:cs typeface="Outfit SemiBold"/>
              <a:sym typeface="Outfit SemiBold"/>
            </a:endParaRPr>
          </a:p>
        </p:txBody>
      </p:sp>
      <p:sp>
        <p:nvSpPr>
          <p:cNvPr id="35" name="Google Shape;67;p13">
            <a:extLst>
              <a:ext uri="{FF2B5EF4-FFF2-40B4-BE49-F238E27FC236}">
                <a16:creationId xmlns:a16="http://schemas.microsoft.com/office/drawing/2014/main" id="{50E1D1F8-DF2C-56A1-1399-228A2065CAE5}"/>
              </a:ext>
            </a:extLst>
          </p:cNvPr>
          <p:cNvSpPr txBox="1"/>
          <p:nvPr/>
        </p:nvSpPr>
        <p:spPr>
          <a:xfrm>
            <a:off x="308554" y="15683733"/>
            <a:ext cx="10655845" cy="6261867"/>
          </a:xfrm>
          <a:prstGeom prst="rect">
            <a:avLst/>
          </a:prstGeom>
          <a:noFill/>
          <a:ln>
            <a:noFill/>
          </a:ln>
        </p:spPr>
        <p:txBody>
          <a:bodyPr spcFirstLastPara="1" wrap="square" lIns="108567" tIns="108567" rIns="108567" bIns="108567" anchor="t" anchorCtr="0">
            <a:noAutofit/>
          </a:bodyPr>
          <a:lstStyle/>
          <a:p>
            <a:r>
              <a:rPr lang="en-US" sz="2900" dirty="0">
                <a:latin typeface="Helvetica Neue" panose="02000503000000020004" pitchFamily="2" charset="0"/>
                <a:ea typeface="Helvetica Neue" panose="02000503000000020004" pitchFamily="2" charset="0"/>
                <a:cs typeface="Helvetica Neue" panose="02000503000000020004" pitchFamily="2" charset="0"/>
              </a:rPr>
              <a:t>Two datasets were used:</a:t>
            </a:r>
          </a:p>
          <a:p>
            <a:r>
              <a:rPr lang="en-US" sz="2900" b="1" dirty="0">
                <a:latin typeface="Helvetica Neue" panose="02000503000000020004" pitchFamily="2" charset="0"/>
                <a:ea typeface="Helvetica Neue" panose="02000503000000020004" pitchFamily="2" charset="0"/>
                <a:cs typeface="Helvetica Neue" panose="02000503000000020004" pitchFamily="2" charset="0"/>
              </a:rPr>
              <a:t>Drinking Water Dataset (CCR)</a:t>
            </a:r>
            <a:r>
              <a:rPr lang="en-US" sz="2900" dirty="0">
                <a:latin typeface="Helvetica Neue" panose="02000503000000020004" pitchFamily="2" charset="0"/>
                <a:ea typeface="Helvetica Neue" panose="02000503000000020004" pitchFamily="2" charset="0"/>
                <a:cs typeface="Helvetica Neue" panose="02000503000000020004" pitchFamily="2" charset="0"/>
              </a:rPr>
              <a:t> </a:t>
            </a:r>
          </a:p>
          <a:p>
            <a:pPr marL="407194" lvl="1"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Municipal water system reports </a:t>
            </a:r>
          </a:p>
          <a:p>
            <a:pPr marL="407194" lvl="1"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Cleaned and standardized to ppb </a:t>
            </a:r>
          </a:p>
          <a:p>
            <a:pPr marL="407194" lvl="1"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Non-numeric values (e.g., “&lt;0.5”, “ND”) converted </a:t>
            </a:r>
          </a:p>
          <a:p>
            <a:r>
              <a:rPr lang="en-US" sz="2900" b="1" dirty="0">
                <a:latin typeface="Helvetica Neue" panose="02000503000000020004" pitchFamily="2" charset="0"/>
                <a:ea typeface="Helvetica Neue" panose="02000503000000020004" pitchFamily="2" charset="0"/>
                <a:cs typeface="Helvetica Neue" panose="02000503000000020004" pitchFamily="2" charset="0"/>
              </a:rPr>
              <a:t>Surface Water Dataset (WQP)</a:t>
            </a:r>
            <a:r>
              <a:rPr lang="en-US" sz="2900" dirty="0">
                <a:latin typeface="Helvetica Neue" panose="02000503000000020004" pitchFamily="2" charset="0"/>
                <a:ea typeface="Helvetica Neue" panose="02000503000000020004" pitchFamily="2" charset="0"/>
                <a:cs typeface="Helvetica Neue" panose="02000503000000020004" pitchFamily="2" charset="0"/>
              </a:rPr>
              <a:t> </a:t>
            </a:r>
          </a:p>
          <a:p>
            <a:pPr marL="407194" lvl="1"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Water Quality Portal data </a:t>
            </a:r>
          </a:p>
          <a:p>
            <a:pPr marL="407194" lvl="1"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Includes latitude and longitude </a:t>
            </a:r>
          </a:p>
          <a:p>
            <a:pPr marL="407194" lvl="1"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Cleaned by removing missing values and converting numeric fields </a:t>
            </a:r>
          </a:p>
          <a:p>
            <a:r>
              <a:rPr lang="en-US" sz="2900" dirty="0">
                <a:latin typeface="Helvetica Neue" panose="02000503000000020004" pitchFamily="2" charset="0"/>
                <a:ea typeface="Helvetica Neue" panose="02000503000000020004" pitchFamily="2" charset="0"/>
                <a:cs typeface="Helvetica Neue" panose="02000503000000020004" pitchFamily="2" charset="0"/>
              </a:rPr>
              <a:t>Final datasets:</a:t>
            </a:r>
          </a:p>
          <a:p>
            <a:r>
              <a:rPr lang="en-US" sz="2900" dirty="0">
                <a:latin typeface="Helvetica Neue" panose="02000503000000020004" pitchFamily="2" charset="0"/>
                <a:ea typeface="Helvetica Neue" panose="02000503000000020004" pitchFamily="2" charset="0"/>
                <a:cs typeface="Helvetica Neue" panose="02000503000000020004" pitchFamily="2" charset="0"/>
              </a:rPr>
              <a:t>Drinking water: ~16,000 observations </a:t>
            </a:r>
          </a:p>
          <a:p>
            <a:r>
              <a:rPr lang="en-US" sz="2900" dirty="0">
                <a:latin typeface="Helvetica Neue" panose="02000503000000020004" pitchFamily="2" charset="0"/>
                <a:ea typeface="Helvetica Neue" panose="02000503000000020004" pitchFamily="2" charset="0"/>
                <a:cs typeface="Helvetica Neue" panose="02000503000000020004" pitchFamily="2" charset="0"/>
              </a:rPr>
              <a:t>Surface water: ~17,000 observations across ~164 locations</a:t>
            </a:r>
          </a:p>
        </p:txBody>
      </p:sp>
      <p:sp>
        <p:nvSpPr>
          <p:cNvPr id="36" name="Google Shape;68;p13">
            <a:extLst>
              <a:ext uri="{FF2B5EF4-FFF2-40B4-BE49-F238E27FC236}">
                <a16:creationId xmlns:a16="http://schemas.microsoft.com/office/drawing/2014/main" id="{51C9AD66-75EF-714F-CA2C-80995B63DCB7}"/>
              </a:ext>
            </a:extLst>
          </p:cNvPr>
          <p:cNvSpPr txBox="1"/>
          <p:nvPr/>
        </p:nvSpPr>
        <p:spPr>
          <a:xfrm>
            <a:off x="23760532" y="13177866"/>
            <a:ext cx="10644626" cy="8280631"/>
          </a:xfrm>
          <a:prstGeom prst="rect">
            <a:avLst/>
          </a:prstGeom>
          <a:noFill/>
          <a:ln>
            <a:noFill/>
          </a:ln>
        </p:spPr>
        <p:txBody>
          <a:bodyPr spcFirstLastPara="1" wrap="square" lIns="108567" tIns="108567" rIns="108567" bIns="108567" anchor="t" anchorCtr="0">
            <a:noAutofit/>
          </a:bodyPr>
          <a:lstStyle/>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Contaminant behavior varies across substances, with </a:t>
            </a:r>
            <a:r>
              <a:rPr lang="en-US" sz="2900" b="1" dirty="0">
                <a:latin typeface="Helvetica Neue" panose="02000503000000020004" pitchFamily="2" charset="0"/>
                <a:ea typeface="Helvetica Neue" panose="02000503000000020004" pitchFamily="2" charset="0"/>
                <a:cs typeface="Helvetica Neue" panose="02000503000000020004" pitchFamily="2" charset="0"/>
              </a:rPr>
              <a:t>nitrate emerging as the most significant</a:t>
            </a:r>
            <a:r>
              <a:rPr lang="en-US" sz="2900" dirty="0">
                <a:latin typeface="Helvetica Neue" panose="02000503000000020004" pitchFamily="2" charset="0"/>
                <a:ea typeface="Helvetica Neue" panose="02000503000000020004" pitchFamily="2" charset="0"/>
                <a:cs typeface="Helvetica Neue" panose="02000503000000020004" pitchFamily="2" charset="0"/>
              </a:rPr>
              <a:t> due to its high levels and upward trend.</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Surface water analysis shows nitrate is distributed across multiple locations and fluctuates over time, indicating no single dominant hotspot.</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A key limitation is the lack of geographic identifiers in the drinking water dataset, preventing direct linkage with surface water data.</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These findings suggest that</a:t>
            </a:r>
            <a:r>
              <a:rPr lang="en-US" sz="2900" b="1" dirty="0">
                <a:latin typeface="Helvetica Neue" panose="02000503000000020004" pitchFamily="2" charset="0"/>
                <a:ea typeface="Helvetica Neue" panose="02000503000000020004" pitchFamily="2" charset="0"/>
                <a:cs typeface="Helvetica Neue" panose="02000503000000020004" pitchFamily="2" charset="0"/>
              </a:rPr>
              <a:t> surface water contamination patterns may influence drinking water quality</a:t>
            </a:r>
            <a:r>
              <a:rPr lang="en-US" sz="2900" dirty="0">
                <a:latin typeface="Helvetica Neue" panose="02000503000000020004" pitchFamily="2" charset="0"/>
                <a:ea typeface="Helvetica Neue" panose="02000503000000020004" pitchFamily="2" charset="0"/>
                <a:cs typeface="Helvetica Neue" panose="02000503000000020004" pitchFamily="2" charset="0"/>
              </a:rPr>
              <a:t>, even though a direct connection could not be established.</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High nitrate levels may be influenced by agricultural runoff or environmental factors, highlighting the need for closer monitoring.</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The difference between stable contaminants and nitrate shows that </a:t>
            </a:r>
            <a:r>
              <a:rPr lang="en-US" sz="2900" b="1" dirty="0">
                <a:latin typeface="Helvetica Neue" panose="02000503000000020004" pitchFamily="2" charset="0"/>
                <a:ea typeface="Helvetica Neue" panose="02000503000000020004" pitchFamily="2" charset="0"/>
                <a:cs typeface="Helvetica Neue" panose="02000503000000020004" pitchFamily="2" charset="0"/>
              </a:rPr>
              <a:t>not all contaminants behave the same</a:t>
            </a:r>
            <a:r>
              <a:rPr lang="en-US" sz="2900" dirty="0">
                <a:latin typeface="Helvetica Neue" panose="02000503000000020004" pitchFamily="2" charset="0"/>
                <a:ea typeface="Helvetica Neue" panose="02000503000000020004" pitchFamily="2" charset="0"/>
                <a:cs typeface="Helvetica Neue" panose="02000503000000020004" pitchFamily="2" charset="0"/>
              </a:rPr>
              <a:t>, emphasizing the importance of contaminant-specific analysis.</a:t>
            </a:r>
          </a:p>
        </p:txBody>
      </p:sp>
      <p:sp>
        <p:nvSpPr>
          <p:cNvPr id="39" name="Google Shape;72;p13">
            <a:extLst>
              <a:ext uri="{FF2B5EF4-FFF2-40B4-BE49-F238E27FC236}">
                <a16:creationId xmlns:a16="http://schemas.microsoft.com/office/drawing/2014/main" id="{973AA465-5BEA-0C73-8904-EC5F7625306D}"/>
              </a:ext>
            </a:extLst>
          </p:cNvPr>
          <p:cNvSpPr txBox="1"/>
          <p:nvPr/>
        </p:nvSpPr>
        <p:spPr>
          <a:xfrm>
            <a:off x="11374195" y="3272811"/>
            <a:ext cx="4857483" cy="14045370"/>
          </a:xfrm>
          <a:prstGeom prst="rect">
            <a:avLst/>
          </a:prstGeom>
          <a:noFill/>
          <a:ln>
            <a:noFill/>
          </a:ln>
        </p:spPr>
        <p:txBody>
          <a:bodyPr spcFirstLastPara="1" wrap="square" lIns="108567" tIns="108567" rIns="108567" bIns="108567" anchor="t" anchorCtr="0">
            <a:noAutofit/>
          </a:bodyPr>
          <a:lstStyle/>
          <a:p>
            <a:r>
              <a:rPr lang="en-US" sz="2900" b="1" dirty="0">
                <a:latin typeface="Helvetica Neue" panose="02000503000000020004" pitchFamily="2" charset="0"/>
                <a:ea typeface="Helvetica Neue" panose="02000503000000020004" pitchFamily="2" charset="0"/>
                <a:cs typeface="Helvetica Neue" panose="02000503000000020004" pitchFamily="2" charset="0"/>
              </a:rPr>
              <a:t>Drinking Water Analysis</a:t>
            </a:r>
          </a:p>
          <a:p>
            <a:pPr marL="457200" indent="-457200">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Barium, Fluoride, Selenium, Nitrate, and Chromium are the most frequently reported contaminants.</a:t>
            </a:r>
          </a:p>
          <a:p>
            <a:pPr marL="457200" indent="-457200">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Nitrate stands out clearly, with significantly higher concentration levels than all other contaminants.</a:t>
            </a:r>
          </a:p>
          <a:p>
            <a:pPr marL="457200" indent="-457200">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Nitrate increases overall from ~2800 ppb (2019) to ~5000 ppb (2024), but the trend is not linear.</a:t>
            </a:r>
          </a:p>
          <a:p>
            <a:pPr lvl="2" algn="ctr"/>
            <a:r>
              <a:rPr lang="en-US" sz="2900" dirty="0">
                <a:latin typeface="Helvetica Neue" panose="02000503000000020004" pitchFamily="2" charset="0"/>
                <a:ea typeface="Helvetica Neue" panose="02000503000000020004" pitchFamily="2" charset="0"/>
                <a:cs typeface="Helvetica Neue" panose="02000503000000020004" pitchFamily="2" charset="0"/>
              </a:rPr>
              <a:t>2019–2020: +1500 ppb  2020–2021: −700 ppb  </a:t>
            </a:r>
          </a:p>
          <a:p>
            <a:pPr lvl="2" algn="ctr"/>
            <a:r>
              <a:rPr lang="en-US" sz="2900" dirty="0">
                <a:latin typeface="Helvetica Neue" panose="02000503000000020004" pitchFamily="2" charset="0"/>
                <a:ea typeface="Helvetica Neue" panose="02000503000000020004" pitchFamily="2" charset="0"/>
                <a:cs typeface="Helvetica Neue" panose="02000503000000020004" pitchFamily="2" charset="0"/>
              </a:rPr>
              <a:t>2021–2022: +800 ppb  </a:t>
            </a:r>
          </a:p>
          <a:p>
            <a:pPr lvl="2" algn="ctr"/>
            <a:r>
              <a:rPr lang="en-US" sz="2900" dirty="0">
                <a:latin typeface="Helvetica Neue" panose="02000503000000020004" pitchFamily="2" charset="0"/>
                <a:ea typeface="Helvetica Neue" panose="02000503000000020004" pitchFamily="2" charset="0"/>
                <a:cs typeface="Helvetica Neue" panose="02000503000000020004" pitchFamily="2" charset="0"/>
              </a:rPr>
              <a:t>2022–2023: +100 ppb  </a:t>
            </a:r>
          </a:p>
          <a:p>
            <a:pPr lvl="2" algn="ctr"/>
            <a:r>
              <a:rPr lang="en-US" sz="2900" dirty="0">
                <a:latin typeface="Helvetica Neue" panose="02000503000000020004" pitchFamily="2" charset="0"/>
                <a:ea typeface="Helvetica Neue" panose="02000503000000020004" pitchFamily="2" charset="0"/>
                <a:cs typeface="Helvetica Neue" panose="02000503000000020004" pitchFamily="2" charset="0"/>
              </a:rPr>
              <a:t>2023–2024: +500 ppb  </a:t>
            </a:r>
          </a:p>
          <a:p>
            <a:pPr marL="457200" indent="-457200">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Other contaminants (Barium, Chromium, Fluoride, Selenium) remain relatively stable with minor variations.</a:t>
            </a:r>
          </a:p>
          <a:p>
            <a:pPr marL="457200" indent="-457200">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Nitrate is the only contaminant showing both high concentration and an </a:t>
            </a:r>
            <a:r>
              <a:rPr lang="en-US" sz="2900" b="1" dirty="0">
                <a:latin typeface="Helvetica Neue" panose="02000503000000020004" pitchFamily="2" charset="0"/>
                <a:ea typeface="Helvetica Neue" panose="02000503000000020004" pitchFamily="2" charset="0"/>
                <a:cs typeface="Helvetica Neue" panose="02000503000000020004" pitchFamily="2" charset="0"/>
              </a:rPr>
              <a:t>upward trend</a:t>
            </a:r>
            <a:r>
              <a:rPr lang="en-US" sz="2900" dirty="0">
                <a:latin typeface="Helvetica Neue" panose="02000503000000020004" pitchFamily="2" charset="0"/>
                <a:ea typeface="Helvetica Neue" panose="02000503000000020004" pitchFamily="2" charset="0"/>
                <a:cs typeface="Helvetica Neue" panose="02000503000000020004" pitchFamily="2" charset="0"/>
              </a:rPr>
              <a:t>, making it the most significant contaminant in this analysis.</a:t>
            </a:r>
          </a:p>
        </p:txBody>
      </p:sp>
      <p:sp>
        <p:nvSpPr>
          <p:cNvPr id="41" name="Google Shape;75;p13">
            <a:extLst>
              <a:ext uri="{FF2B5EF4-FFF2-40B4-BE49-F238E27FC236}">
                <a16:creationId xmlns:a16="http://schemas.microsoft.com/office/drawing/2014/main" id="{594FD02C-C007-7D93-2201-F7054AE7AB44}"/>
              </a:ext>
            </a:extLst>
          </p:cNvPr>
          <p:cNvSpPr txBox="1"/>
          <p:nvPr/>
        </p:nvSpPr>
        <p:spPr>
          <a:xfrm>
            <a:off x="11429778" y="18106240"/>
            <a:ext cx="11696187" cy="3640556"/>
          </a:xfrm>
          <a:prstGeom prst="rect">
            <a:avLst/>
          </a:prstGeom>
          <a:noFill/>
          <a:ln>
            <a:noFill/>
          </a:ln>
        </p:spPr>
        <p:txBody>
          <a:bodyPr spcFirstLastPara="1" wrap="square" lIns="108567" tIns="108567" rIns="108567" bIns="108567" anchor="t" anchorCtr="0">
            <a:no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Exceedance Analysis</a:t>
            </a:r>
          </a:p>
          <a:p>
            <a:pPr marL="407194" indent="-407194">
              <a:buFont typeface="Arial" panose="020B0604020202020204" pitchFamily="34" charset="0"/>
              <a:buChar char="•"/>
            </a:pPr>
            <a:r>
              <a:rPr lang="en-US" sz="2800" dirty="0">
                <a:latin typeface="Helvetica Neue" panose="02000503000000020004" pitchFamily="2" charset="0"/>
                <a:ea typeface="Helvetica Neue" panose="02000503000000020004" pitchFamily="2" charset="0"/>
                <a:cs typeface="Helvetica Neue" panose="02000503000000020004" pitchFamily="2" charset="0"/>
              </a:rPr>
              <a:t>Exceedance analysis shows that Atrazine has the highest exceedance rate (~6%), followed by Nitrate (~3–4%). </a:t>
            </a:r>
          </a:p>
          <a:p>
            <a:pPr marL="407194" indent="-407194">
              <a:buFont typeface="Arial" panose="020B0604020202020204" pitchFamily="34" charset="0"/>
              <a:buChar char="•"/>
            </a:pPr>
            <a:r>
              <a:rPr lang="en-US" sz="2800" dirty="0">
                <a:latin typeface="Helvetica Neue" panose="02000503000000020004" pitchFamily="2" charset="0"/>
                <a:ea typeface="Helvetica Neue" panose="02000503000000020004" pitchFamily="2" charset="0"/>
                <a:cs typeface="Helvetica Neue" panose="02000503000000020004" pitchFamily="2" charset="0"/>
              </a:rPr>
              <a:t>Some contaminants initially appeared to have very high exceedance rates, but these were based on very small sample sizes. </a:t>
            </a:r>
          </a:p>
          <a:p>
            <a:pPr marL="407194" indent="-407194">
              <a:buFont typeface="Arial" panose="020B0604020202020204" pitchFamily="34" charset="0"/>
              <a:buChar char="•"/>
            </a:pPr>
            <a:r>
              <a:rPr lang="en-US" sz="2800" dirty="0">
                <a:latin typeface="Helvetica Neue" panose="02000503000000020004" pitchFamily="2" charset="0"/>
                <a:ea typeface="Helvetica Neue" panose="02000503000000020004" pitchFamily="2" charset="0"/>
                <a:cs typeface="Helvetica Neue" panose="02000503000000020004" pitchFamily="2" charset="0"/>
              </a:rPr>
              <a:t>After filtering for contaminants with sufficient observations, the results show that exceedance is not solely driven by high concentration levels, but also by regulatory thresholds and variability.</a:t>
            </a:r>
          </a:p>
        </p:txBody>
      </p:sp>
      <p:sp>
        <p:nvSpPr>
          <p:cNvPr id="43" name="Google Shape;77;p13">
            <a:extLst>
              <a:ext uri="{FF2B5EF4-FFF2-40B4-BE49-F238E27FC236}">
                <a16:creationId xmlns:a16="http://schemas.microsoft.com/office/drawing/2014/main" id="{4AD6E378-F622-967A-DCE6-EC9A851D1150}"/>
              </a:ext>
            </a:extLst>
          </p:cNvPr>
          <p:cNvSpPr txBox="1"/>
          <p:nvPr/>
        </p:nvSpPr>
        <p:spPr>
          <a:xfrm>
            <a:off x="23715179" y="6681487"/>
            <a:ext cx="3901760" cy="5327047"/>
          </a:xfrm>
          <a:prstGeom prst="rect">
            <a:avLst/>
          </a:prstGeom>
          <a:noFill/>
          <a:ln>
            <a:noFill/>
          </a:ln>
        </p:spPr>
        <p:txBody>
          <a:bodyPr spcFirstLastPara="1" wrap="square" lIns="108567" tIns="108567" rIns="108567" bIns="108567" anchor="t" anchorCtr="0">
            <a:noAutofit/>
          </a:bodyPr>
          <a:lstStyle/>
          <a:p>
            <a:pPr marL="407194" lvl="3"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Lowest observed around 2021 (~0.86, average concentration level)</a:t>
            </a:r>
          </a:p>
          <a:p>
            <a:pPr marL="407194" lvl="3"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Peak observed around 2022 (~1.75, average concentration level)</a:t>
            </a:r>
          </a:p>
          <a:p>
            <a:pPr marL="407194" lvl="3"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Moderate levels in other years </a:t>
            </a:r>
          </a:p>
          <a:p>
            <a:pPr marL="407194" indent="-407194">
              <a:buFont typeface="Arial" panose="020B0604020202020204" pitchFamily="34" charset="0"/>
              <a:buChar char="•"/>
            </a:pPr>
            <a:endParaRPr lang="en-US" sz="29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2" name="Picture 1">
            <a:extLst>
              <a:ext uri="{FF2B5EF4-FFF2-40B4-BE49-F238E27FC236}">
                <a16:creationId xmlns:a16="http://schemas.microsoft.com/office/drawing/2014/main" id="{E7B93358-EADC-6439-6693-0BBC9150490A}"/>
              </a:ext>
            </a:extLst>
          </p:cNvPr>
          <p:cNvPicPr>
            <a:picLocks noChangeAspect="1"/>
          </p:cNvPicPr>
          <p:nvPr/>
        </p:nvPicPr>
        <p:blipFill>
          <a:blip r:embed="rId5"/>
          <a:stretch>
            <a:fillRect/>
          </a:stretch>
        </p:blipFill>
        <p:spPr>
          <a:xfrm>
            <a:off x="16334404" y="2369377"/>
            <a:ext cx="6810438" cy="5439690"/>
          </a:xfrm>
          <a:prstGeom prst="rect">
            <a:avLst/>
          </a:prstGeom>
        </p:spPr>
      </p:pic>
      <p:pic>
        <p:nvPicPr>
          <p:cNvPr id="3" name="Picture 2">
            <a:extLst>
              <a:ext uri="{FF2B5EF4-FFF2-40B4-BE49-F238E27FC236}">
                <a16:creationId xmlns:a16="http://schemas.microsoft.com/office/drawing/2014/main" id="{7047161D-F0FA-F32C-58FB-F1714A17A0D2}"/>
              </a:ext>
            </a:extLst>
          </p:cNvPr>
          <p:cNvPicPr>
            <a:picLocks noChangeAspect="1"/>
          </p:cNvPicPr>
          <p:nvPr/>
        </p:nvPicPr>
        <p:blipFill>
          <a:blip r:embed="rId6"/>
          <a:stretch>
            <a:fillRect/>
          </a:stretch>
        </p:blipFill>
        <p:spPr>
          <a:xfrm>
            <a:off x="16315527" y="8021801"/>
            <a:ext cx="6810438" cy="4764628"/>
          </a:xfrm>
          <a:prstGeom prst="rect">
            <a:avLst/>
          </a:prstGeom>
        </p:spPr>
      </p:pic>
      <p:pic>
        <p:nvPicPr>
          <p:cNvPr id="4" name="Picture 3">
            <a:extLst>
              <a:ext uri="{FF2B5EF4-FFF2-40B4-BE49-F238E27FC236}">
                <a16:creationId xmlns:a16="http://schemas.microsoft.com/office/drawing/2014/main" id="{5F0FEF26-9B6B-7F6B-62F8-64430E9C6C49}"/>
              </a:ext>
            </a:extLst>
          </p:cNvPr>
          <p:cNvPicPr>
            <a:picLocks noChangeAspect="1"/>
          </p:cNvPicPr>
          <p:nvPr/>
        </p:nvPicPr>
        <p:blipFill>
          <a:blip r:embed="rId7"/>
          <a:stretch>
            <a:fillRect/>
          </a:stretch>
        </p:blipFill>
        <p:spPr>
          <a:xfrm>
            <a:off x="27616939" y="6699366"/>
            <a:ext cx="6913278" cy="6388911"/>
          </a:xfrm>
          <a:prstGeom prst="rect">
            <a:avLst/>
          </a:prstGeom>
        </p:spPr>
      </p:pic>
      <p:pic>
        <p:nvPicPr>
          <p:cNvPr id="5" name="Picture 4">
            <a:extLst>
              <a:ext uri="{FF2B5EF4-FFF2-40B4-BE49-F238E27FC236}">
                <a16:creationId xmlns:a16="http://schemas.microsoft.com/office/drawing/2014/main" id="{4D4363B9-5C91-35C2-E2E1-90E92D76010B}"/>
              </a:ext>
            </a:extLst>
          </p:cNvPr>
          <p:cNvPicPr>
            <a:picLocks noChangeAspect="1"/>
          </p:cNvPicPr>
          <p:nvPr/>
        </p:nvPicPr>
        <p:blipFill>
          <a:blip r:embed="rId8"/>
          <a:stretch>
            <a:fillRect/>
          </a:stretch>
        </p:blipFill>
        <p:spPr>
          <a:xfrm>
            <a:off x="16315527" y="12999163"/>
            <a:ext cx="6810438" cy="5107077"/>
          </a:xfrm>
          <a:prstGeom prst="rect">
            <a:avLst/>
          </a:prstGeom>
        </p:spPr>
      </p:pic>
      <p:sp>
        <p:nvSpPr>
          <p:cNvPr id="6" name="Google Shape;77;p13">
            <a:extLst>
              <a:ext uri="{FF2B5EF4-FFF2-40B4-BE49-F238E27FC236}">
                <a16:creationId xmlns:a16="http://schemas.microsoft.com/office/drawing/2014/main" id="{81CC81AC-1E95-44CD-F753-AC66CA8727CA}"/>
              </a:ext>
            </a:extLst>
          </p:cNvPr>
          <p:cNvSpPr txBox="1"/>
          <p:nvPr/>
        </p:nvSpPr>
        <p:spPr>
          <a:xfrm>
            <a:off x="23760532" y="2181414"/>
            <a:ext cx="10618203" cy="4517952"/>
          </a:xfrm>
          <a:prstGeom prst="rect">
            <a:avLst/>
          </a:prstGeom>
          <a:noFill/>
          <a:ln>
            <a:noFill/>
          </a:ln>
        </p:spPr>
        <p:txBody>
          <a:bodyPr spcFirstLastPara="1" wrap="square" lIns="108567" tIns="108567" rIns="108567" bIns="108567" anchor="t" anchorCtr="0">
            <a:noAutofit/>
          </a:bodyPr>
          <a:lstStyle/>
          <a:p>
            <a:r>
              <a:rPr lang="en-US" sz="2900" b="1" dirty="0">
                <a:latin typeface="Helvetica Neue" panose="02000503000000020004" pitchFamily="2" charset="0"/>
                <a:ea typeface="Helvetica Neue" panose="02000503000000020004" pitchFamily="2" charset="0"/>
                <a:cs typeface="Helvetica Neue" panose="02000503000000020004" pitchFamily="2" charset="0"/>
              </a:rPr>
              <a:t>Surface Water Analysis</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Surface water monitoring locations are distributed across Kansas, covering approximately 164 unique monitoring sites.</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This spatial distribution allows for geographic exploration of water quality patterns.</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Nitrate-related surface water measurements show clear variation across locations, with no single dominant hotspot. </a:t>
            </a:r>
          </a:p>
          <a:p>
            <a:pPr marL="407194" indent="-407194">
              <a:buFont typeface="Arial" panose="020B0604020202020204" pitchFamily="34" charset="0"/>
              <a:buChar char="•"/>
            </a:pPr>
            <a:r>
              <a:rPr lang="en-US" sz="2900" dirty="0">
                <a:latin typeface="Helvetica Neue" panose="02000503000000020004" pitchFamily="2" charset="0"/>
                <a:ea typeface="Helvetica Neue" panose="02000503000000020004" pitchFamily="2" charset="0"/>
                <a:cs typeface="Helvetica Neue" panose="02000503000000020004" pitchFamily="2" charset="0"/>
              </a:rPr>
              <a:t>Temporal analysis shows that nitrate-related values fluctuate over time: </a:t>
            </a:r>
          </a:p>
          <a:p>
            <a:pPr marL="407194" indent="-407194">
              <a:buFont typeface="Arial" panose="020B0604020202020204" pitchFamily="34" charset="0"/>
              <a:buChar char="•"/>
            </a:pPr>
            <a:endParaRPr lang="en-US" sz="29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Google Shape;55;p13">
            <a:extLst>
              <a:ext uri="{FF2B5EF4-FFF2-40B4-BE49-F238E27FC236}">
                <a16:creationId xmlns:a16="http://schemas.microsoft.com/office/drawing/2014/main" id="{9C45AD4A-4688-4DED-327E-FAE3CE26CC50}"/>
              </a:ext>
            </a:extLst>
          </p:cNvPr>
          <p:cNvSpPr txBox="1"/>
          <p:nvPr/>
        </p:nvSpPr>
        <p:spPr>
          <a:xfrm>
            <a:off x="8272002" y="1108571"/>
            <a:ext cx="17255573" cy="767546"/>
          </a:xfrm>
          <a:prstGeom prst="rect">
            <a:avLst/>
          </a:prstGeom>
          <a:noFill/>
          <a:ln>
            <a:noFill/>
          </a:ln>
        </p:spPr>
        <p:txBody>
          <a:bodyPr spcFirstLastPara="1" wrap="square" lIns="108567" tIns="108567" rIns="108567" bIns="108567" anchor="t" anchorCtr="0">
            <a:spAutoFit/>
          </a:bodyPr>
          <a:lstStyle/>
          <a:p>
            <a:pPr algn="ctr"/>
            <a:r>
              <a:rPr lang="en-US" sz="3563" dirty="0">
                <a:latin typeface="Outfit SemiBold"/>
              </a:rPr>
              <a:t>Kavya Sri </a:t>
            </a:r>
            <a:r>
              <a:rPr lang="en-US" sz="3563" dirty="0" err="1">
                <a:latin typeface="Outfit SemiBold"/>
              </a:rPr>
              <a:t>Modepu</a:t>
            </a:r>
            <a:r>
              <a:rPr lang="en-US" sz="3563" dirty="0">
                <a:latin typeface="Outfit SemiBold"/>
              </a:rPr>
              <a:t>, Bindu </a:t>
            </a:r>
            <a:r>
              <a:rPr lang="en-US" sz="3563" dirty="0" err="1">
                <a:latin typeface="Outfit SemiBold"/>
              </a:rPr>
              <a:t>Nagasai</a:t>
            </a:r>
            <a:r>
              <a:rPr lang="en-US" sz="3563" dirty="0">
                <a:latin typeface="Outfit SemiBold"/>
              </a:rPr>
              <a:t> Nadella - Wichita State University </a:t>
            </a:r>
          </a:p>
        </p:txBody>
      </p:sp>
    </p:spTree>
    <p:extLst>
      <p:ext uri="{BB962C8B-B14F-4D97-AF65-F5344CB8AC3E}">
        <p14:creationId xmlns:p14="http://schemas.microsoft.com/office/powerpoint/2010/main" val="331636616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42EA8C972DF0428D9BF2D3EE5B47C9" ma:contentTypeVersion="14" ma:contentTypeDescription="Create a new document." ma:contentTypeScope="" ma:versionID="362d8029c541d82e383bc9b7141cd79c">
  <xsd:schema xmlns:xsd="http://www.w3.org/2001/XMLSchema" xmlns:xs="http://www.w3.org/2001/XMLSchema" xmlns:p="http://schemas.microsoft.com/office/2006/metadata/properties" xmlns:ns2="d09fade3-7ae3-4c16-95c6-44be66091293" xmlns:ns3="fac34b18-9f34-48f9-ae20-e50aab687cd3" targetNamespace="http://schemas.microsoft.com/office/2006/metadata/properties" ma:root="true" ma:fieldsID="5dfcefd6c56a26a82b6032b5799e9163" ns2:_="" ns3:_="">
    <xsd:import namespace="d09fade3-7ae3-4c16-95c6-44be66091293"/>
    <xsd:import namespace="fac34b18-9f34-48f9-ae20-e50aab687cd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9fade3-7ae3-4c16-95c6-44be660912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c2c5899-478d-4689-af14-80570c5f1ccc"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c34b18-9f34-48f9-ae20-e50aab687cd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5788537-dc54-4f2b-8045-8533c49c440d}" ma:internalName="TaxCatchAll" ma:showField="CatchAllData" ma:web="fac34b18-9f34-48f9-ae20-e50aab687cd3">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09fade3-7ae3-4c16-95c6-44be66091293">
      <Terms xmlns="http://schemas.microsoft.com/office/infopath/2007/PartnerControls"/>
    </lcf76f155ced4ddcb4097134ff3c332f>
    <TaxCatchAll xmlns="fac34b18-9f34-48f9-ae20-e50aab687cd3" xsi:nil="true"/>
  </documentManagement>
</p:properties>
</file>

<file path=customXml/itemProps1.xml><?xml version="1.0" encoding="utf-8"?>
<ds:datastoreItem xmlns:ds="http://schemas.openxmlformats.org/officeDocument/2006/customXml" ds:itemID="{55DA1141-F048-43BB-9B88-17E7514C5D3C}">
  <ds:schemaRefs>
    <ds:schemaRef ds:uri="http://schemas.microsoft.com/sharepoint/v3/contenttype/forms"/>
  </ds:schemaRefs>
</ds:datastoreItem>
</file>

<file path=customXml/itemProps2.xml><?xml version="1.0" encoding="utf-8"?>
<ds:datastoreItem xmlns:ds="http://schemas.openxmlformats.org/officeDocument/2006/customXml" ds:itemID="{0AE8DD8A-840F-4B27-BE45-97490C2324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9fade3-7ae3-4c16-95c6-44be66091293"/>
    <ds:schemaRef ds:uri="fac34b18-9f34-48f9-ae20-e50aab687c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612BE7-F2BD-4DBB-A430-8B68D80B4BC3}">
  <ds:schemaRefs>
    <ds:schemaRef ds:uri="http://purl.org/dc/terms/"/>
    <ds:schemaRef ds:uri="d09fade3-7ae3-4c16-95c6-44be66091293"/>
    <ds:schemaRef ds:uri="http://purl.org/dc/dcmitype/"/>
    <ds:schemaRef ds:uri="http://schemas.microsoft.com/office/2006/documentManagement/types"/>
    <ds:schemaRef ds:uri="http://schemas.microsoft.com/office/infopath/2007/PartnerControls"/>
    <ds:schemaRef ds:uri="fac34b18-9f34-48f9-ae20-e50aab687cd3"/>
    <ds:schemaRef ds:uri="http://purl.org/dc/elements/1.1/"/>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657</TotalTime>
  <Words>677</Words>
  <Application>Microsoft Macintosh PowerPoint</Application>
  <PresentationFormat>Custom</PresentationFormat>
  <Paragraphs>59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Helvetica Neue</vt:lpstr>
      <vt:lpstr>Outfit SemiBold</vt: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Yalla, Satya Sai Venkata Sri Harsha</cp:lastModifiedBy>
  <cp:revision>28</cp:revision>
  <cp:lastPrinted>2026-04-24T22:06:09Z</cp:lastPrinted>
  <dcterms:modified xsi:type="dcterms:W3CDTF">2026-04-24T22:07:38Z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0x010100D842EA8C972DF0428D9BF2D3EE5B47C9</vt:lpwstr>
  </property>
</Properties>
</file>