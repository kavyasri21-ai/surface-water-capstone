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9" r:id="rId4"/>
  </p:sldMasterIdLst>
  <p:notesMasterIdLst>
    <p:notesMasterId r:id="rId6"/>
  </p:notesMasterIdLst>
  <p:sldIdLst>
    <p:sldId id="258" r:id="rId5"/>
  </p:sldIdLst>
  <p:sldSz cx="29260800" cy="16459200"/>
  <p:notesSz cx="6858000" cy="9144000"/>
  <p:embeddedFontLst>
    <p:embeddedFont>
      <p:font typeface="Outfit" pitchFamily="2" charset="0"/>
      <p:regular r:id="rId7"/>
      <p:bold r:id="rId8"/>
    </p:embeddedFont>
    <p:embeddedFont>
      <p:font typeface="Outfit SemiBold" pitchFamily="2" charset="0"/>
      <p:regular r:id="rId9"/>
      <p:bold r:id="rId1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184">
          <p15:clr>
            <a:srgbClr val="747775"/>
          </p15:clr>
        </p15:guide>
        <p15:guide id="2" pos="921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75"/>
    <p:restoredTop sz="94611"/>
  </p:normalViewPr>
  <p:slideViewPr>
    <p:cSldViewPr snapToGrid="0">
      <p:cViewPr varScale="1">
        <p:scale>
          <a:sx n="61" d="100"/>
          <a:sy n="61" d="100"/>
        </p:scale>
        <p:origin x="320" y="304"/>
      </p:cViewPr>
      <p:guideLst>
        <p:guide orient="horz" pos="5184"/>
        <p:guide pos="92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font" Target="fonts/font1.fntdata"/><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167AD3E-D293-254F-D73F-3748920F80AE}"/>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3B541863-64AB-E822-873B-6D75280934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357C75F1-B0CB-A52E-C1B2-BFCD6CBA98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80219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97467" y="2382640"/>
            <a:ext cx="27265800" cy="65682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16600"/>
              <a:buNone/>
              <a:defRPr sz="16600"/>
            </a:lvl1pPr>
            <a:lvl2pPr lvl="1" algn="ctr">
              <a:spcBef>
                <a:spcPts val="0"/>
              </a:spcBef>
              <a:spcAft>
                <a:spcPts val="0"/>
              </a:spcAft>
              <a:buSzPts val="16600"/>
              <a:buNone/>
              <a:defRPr sz="16600"/>
            </a:lvl2pPr>
            <a:lvl3pPr lvl="2" algn="ctr">
              <a:spcBef>
                <a:spcPts val="0"/>
              </a:spcBef>
              <a:spcAft>
                <a:spcPts val="0"/>
              </a:spcAft>
              <a:buSzPts val="16600"/>
              <a:buNone/>
              <a:defRPr sz="16600"/>
            </a:lvl3pPr>
            <a:lvl4pPr lvl="3" algn="ctr">
              <a:spcBef>
                <a:spcPts val="0"/>
              </a:spcBef>
              <a:spcAft>
                <a:spcPts val="0"/>
              </a:spcAft>
              <a:buSzPts val="16600"/>
              <a:buNone/>
              <a:defRPr sz="16600"/>
            </a:lvl4pPr>
            <a:lvl5pPr lvl="4" algn="ctr">
              <a:spcBef>
                <a:spcPts val="0"/>
              </a:spcBef>
              <a:spcAft>
                <a:spcPts val="0"/>
              </a:spcAft>
              <a:buSzPts val="16600"/>
              <a:buNone/>
              <a:defRPr sz="16600"/>
            </a:lvl5pPr>
            <a:lvl6pPr lvl="5" algn="ctr">
              <a:spcBef>
                <a:spcPts val="0"/>
              </a:spcBef>
              <a:spcAft>
                <a:spcPts val="0"/>
              </a:spcAft>
              <a:buSzPts val="16600"/>
              <a:buNone/>
              <a:defRPr sz="16600"/>
            </a:lvl6pPr>
            <a:lvl7pPr lvl="6" algn="ctr">
              <a:spcBef>
                <a:spcPts val="0"/>
              </a:spcBef>
              <a:spcAft>
                <a:spcPts val="0"/>
              </a:spcAft>
              <a:buSzPts val="16600"/>
              <a:buNone/>
              <a:defRPr sz="16600"/>
            </a:lvl7pPr>
            <a:lvl8pPr lvl="7" algn="ctr">
              <a:spcBef>
                <a:spcPts val="0"/>
              </a:spcBef>
              <a:spcAft>
                <a:spcPts val="0"/>
              </a:spcAft>
              <a:buSzPts val="16600"/>
              <a:buNone/>
              <a:defRPr sz="16600"/>
            </a:lvl8pPr>
            <a:lvl9pPr lvl="8" algn="ctr">
              <a:spcBef>
                <a:spcPts val="0"/>
              </a:spcBef>
              <a:spcAft>
                <a:spcPts val="0"/>
              </a:spcAft>
              <a:buSzPts val="16600"/>
              <a:buNone/>
              <a:defRPr sz="16600"/>
            </a:lvl9pPr>
          </a:lstStyle>
          <a:p>
            <a:endParaRPr/>
          </a:p>
        </p:txBody>
      </p:sp>
      <p:sp>
        <p:nvSpPr>
          <p:cNvPr id="11" name="Google Shape;11;p2"/>
          <p:cNvSpPr txBox="1">
            <a:spLocks noGrp="1"/>
          </p:cNvSpPr>
          <p:nvPr>
            <p:ph type="subTitle" idx="1"/>
          </p:nvPr>
        </p:nvSpPr>
        <p:spPr>
          <a:xfrm>
            <a:off x="997440" y="9069200"/>
            <a:ext cx="27265800" cy="2536200"/>
          </a:xfrm>
          <a:prstGeom prst="rect">
            <a:avLst/>
          </a:prstGeom>
        </p:spPr>
        <p:txBody>
          <a:bodyPr spcFirstLastPara="1" wrap="square" lIns="292550" tIns="292550" rIns="292550" bIns="292550" anchor="t" anchorCtr="0">
            <a:norm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a:endParaRPr/>
          </a:p>
        </p:txBody>
      </p:sp>
      <p:sp>
        <p:nvSpPr>
          <p:cNvPr id="12" name="Google Shape;12;p2"/>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997440" y="6882720"/>
            <a:ext cx="27265800" cy="2693700"/>
          </a:xfrm>
          <a:prstGeom prst="rect">
            <a:avLst/>
          </a:prstGeom>
        </p:spPr>
        <p:txBody>
          <a:bodyPr spcFirstLastPara="1" wrap="square" lIns="292550" tIns="292550" rIns="292550" bIns="292550" anchor="ctr" anchorCtr="0">
            <a:normAutofit/>
          </a:bodyPr>
          <a:lstStyle>
            <a:lvl1pPr lvl="0" algn="ctr">
              <a:spcBef>
                <a:spcPts val="0"/>
              </a:spcBef>
              <a:spcAft>
                <a:spcPts val="0"/>
              </a:spcAft>
              <a:buSzPts val="11500"/>
              <a:buNone/>
              <a:defRPr sz="11500"/>
            </a:lvl1pPr>
            <a:lvl2pPr lvl="1" algn="ctr">
              <a:spcBef>
                <a:spcPts val="0"/>
              </a:spcBef>
              <a:spcAft>
                <a:spcPts val="0"/>
              </a:spcAft>
              <a:buSzPts val="11500"/>
              <a:buNone/>
              <a:defRPr sz="11500"/>
            </a:lvl2pPr>
            <a:lvl3pPr lvl="2" algn="ctr">
              <a:spcBef>
                <a:spcPts val="0"/>
              </a:spcBef>
              <a:spcAft>
                <a:spcPts val="0"/>
              </a:spcAft>
              <a:buSzPts val="11500"/>
              <a:buNone/>
              <a:defRPr sz="11500"/>
            </a:lvl3pPr>
            <a:lvl4pPr lvl="3" algn="ctr">
              <a:spcBef>
                <a:spcPts val="0"/>
              </a:spcBef>
              <a:spcAft>
                <a:spcPts val="0"/>
              </a:spcAft>
              <a:buSzPts val="11500"/>
              <a:buNone/>
              <a:defRPr sz="11500"/>
            </a:lvl4pPr>
            <a:lvl5pPr lvl="4" algn="ctr">
              <a:spcBef>
                <a:spcPts val="0"/>
              </a:spcBef>
              <a:spcAft>
                <a:spcPts val="0"/>
              </a:spcAft>
              <a:buSzPts val="11500"/>
              <a:buNone/>
              <a:defRPr sz="11500"/>
            </a:lvl5pPr>
            <a:lvl6pPr lvl="5" algn="ctr">
              <a:spcBef>
                <a:spcPts val="0"/>
              </a:spcBef>
              <a:spcAft>
                <a:spcPts val="0"/>
              </a:spcAft>
              <a:buSzPts val="11500"/>
              <a:buNone/>
              <a:defRPr sz="11500"/>
            </a:lvl6pPr>
            <a:lvl7pPr lvl="6" algn="ctr">
              <a:spcBef>
                <a:spcPts val="0"/>
              </a:spcBef>
              <a:spcAft>
                <a:spcPts val="0"/>
              </a:spcAft>
              <a:buSzPts val="11500"/>
              <a:buNone/>
              <a:defRPr sz="11500"/>
            </a:lvl7pPr>
            <a:lvl8pPr lvl="7" algn="ctr">
              <a:spcBef>
                <a:spcPts val="0"/>
              </a:spcBef>
              <a:spcAft>
                <a:spcPts val="0"/>
              </a:spcAft>
              <a:buSzPts val="11500"/>
              <a:buNone/>
              <a:defRPr sz="11500"/>
            </a:lvl8pPr>
            <a:lvl9pPr lvl="8" algn="ctr">
              <a:spcBef>
                <a:spcPts val="0"/>
              </a:spcBef>
              <a:spcAft>
                <a:spcPts val="0"/>
              </a:spcAft>
              <a:buSzPts val="11500"/>
              <a:buNone/>
              <a:defRPr sz="11500"/>
            </a:lvl9pPr>
          </a:lstStyle>
          <a:p>
            <a:endParaRPr/>
          </a:p>
        </p:txBody>
      </p:sp>
      <p:sp>
        <p:nvSpPr>
          <p:cNvPr id="15" name="Google Shape;15;p3"/>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997440" y="1424080"/>
            <a:ext cx="27265800" cy="18327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18" name="Google Shape;18;p4"/>
          <p:cNvSpPr txBox="1">
            <a:spLocks noGrp="1"/>
          </p:cNvSpPr>
          <p:nvPr>
            <p:ph type="body" idx="1"/>
          </p:nvPr>
        </p:nvSpPr>
        <p:spPr>
          <a:xfrm>
            <a:off x="997440" y="3687920"/>
            <a:ext cx="27265800" cy="10932600"/>
          </a:xfrm>
          <a:prstGeom prst="rect">
            <a:avLst/>
          </a:prstGeom>
        </p:spPr>
        <p:txBody>
          <a:bodyPr spcFirstLastPara="1" wrap="square" lIns="292550" tIns="292550" rIns="292550" bIns="292550" anchor="t" anchorCtr="0">
            <a:normAutofit/>
          </a:bodyPr>
          <a:lstStyle>
            <a:lvl1pPr marL="457200" lvl="0" indent="-596900">
              <a:spcBef>
                <a:spcPts val="0"/>
              </a:spcBef>
              <a:spcAft>
                <a:spcPts val="0"/>
              </a:spcAft>
              <a:buSzPts val="5800"/>
              <a:buChar char="●"/>
              <a:defRPr/>
            </a:lvl1pPr>
            <a:lvl2pPr marL="914400" lvl="1" indent="-514350">
              <a:spcBef>
                <a:spcPts val="0"/>
              </a:spcBef>
              <a:spcAft>
                <a:spcPts val="0"/>
              </a:spcAft>
              <a:buSzPts val="4500"/>
              <a:buChar char="○"/>
              <a:defRPr/>
            </a:lvl2pPr>
            <a:lvl3pPr marL="1371600" lvl="2" indent="-514350">
              <a:spcBef>
                <a:spcPts val="0"/>
              </a:spcBef>
              <a:spcAft>
                <a:spcPts val="0"/>
              </a:spcAft>
              <a:buSzPts val="4500"/>
              <a:buChar char="■"/>
              <a:defRPr/>
            </a:lvl3pPr>
            <a:lvl4pPr marL="1828800" lvl="3" indent="-514350">
              <a:spcBef>
                <a:spcPts val="0"/>
              </a:spcBef>
              <a:spcAft>
                <a:spcPts val="0"/>
              </a:spcAft>
              <a:buSzPts val="4500"/>
              <a:buChar char="●"/>
              <a:defRPr/>
            </a:lvl4pPr>
            <a:lvl5pPr marL="2286000" lvl="4" indent="-514350">
              <a:spcBef>
                <a:spcPts val="0"/>
              </a:spcBef>
              <a:spcAft>
                <a:spcPts val="0"/>
              </a:spcAft>
              <a:buSzPts val="4500"/>
              <a:buChar char="○"/>
              <a:defRPr/>
            </a:lvl5pPr>
            <a:lvl6pPr marL="2743200" lvl="5" indent="-514350">
              <a:spcBef>
                <a:spcPts val="0"/>
              </a:spcBef>
              <a:spcAft>
                <a:spcPts val="0"/>
              </a:spcAft>
              <a:buSzPts val="4500"/>
              <a:buChar char="■"/>
              <a:defRPr/>
            </a:lvl6pPr>
            <a:lvl7pPr marL="3200400" lvl="6" indent="-514350">
              <a:spcBef>
                <a:spcPts val="0"/>
              </a:spcBef>
              <a:spcAft>
                <a:spcPts val="0"/>
              </a:spcAft>
              <a:buSzPts val="4500"/>
              <a:buChar char="●"/>
              <a:defRPr/>
            </a:lvl7pPr>
            <a:lvl8pPr marL="3657600" lvl="7" indent="-514350">
              <a:spcBef>
                <a:spcPts val="0"/>
              </a:spcBef>
              <a:spcAft>
                <a:spcPts val="0"/>
              </a:spcAft>
              <a:buSzPts val="4500"/>
              <a:buChar char="○"/>
              <a:defRPr/>
            </a:lvl8pPr>
            <a:lvl9pPr marL="4114800" lvl="8" indent="-514350">
              <a:spcBef>
                <a:spcPts val="0"/>
              </a:spcBef>
              <a:spcAft>
                <a:spcPts val="0"/>
              </a:spcAft>
              <a:buSzPts val="4500"/>
              <a:buChar char="■"/>
              <a:defRPr/>
            </a:lvl9pPr>
          </a:lstStyle>
          <a:p>
            <a:endParaRPr/>
          </a:p>
        </p:txBody>
      </p:sp>
      <p:sp>
        <p:nvSpPr>
          <p:cNvPr id="19" name="Google Shape;19;p4"/>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997440" y="1424080"/>
            <a:ext cx="27265800" cy="18327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2" name="Google Shape;22;p5"/>
          <p:cNvSpPr txBox="1">
            <a:spLocks noGrp="1"/>
          </p:cNvSpPr>
          <p:nvPr>
            <p:ph type="body" idx="1"/>
          </p:nvPr>
        </p:nvSpPr>
        <p:spPr>
          <a:xfrm>
            <a:off x="997440" y="3687920"/>
            <a:ext cx="12799800" cy="10932600"/>
          </a:xfrm>
          <a:prstGeom prst="rect">
            <a:avLst/>
          </a:prstGeom>
        </p:spPr>
        <p:txBody>
          <a:bodyPr spcFirstLastPara="1" wrap="square" lIns="292550" tIns="292550" rIns="292550" bIns="292550" anchor="t" anchorCtr="0">
            <a:normAutofit/>
          </a:bodyPr>
          <a:lstStyle>
            <a:lvl1pPr marL="457200" lvl="0" indent="-514350">
              <a:spcBef>
                <a:spcPts val="0"/>
              </a:spcBef>
              <a:spcAft>
                <a:spcPts val="0"/>
              </a:spcAft>
              <a:buSzPts val="4500"/>
              <a:buChar char="●"/>
              <a:defRPr sz="4500"/>
            </a:lvl1pPr>
            <a:lvl2pPr marL="914400" lvl="1" indent="-469900">
              <a:spcBef>
                <a:spcPts val="0"/>
              </a:spcBef>
              <a:spcAft>
                <a:spcPts val="0"/>
              </a:spcAft>
              <a:buSzPts val="3800"/>
              <a:buChar char="○"/>
              <a:defRPr sz="3800"/>
            </a:lvl2pPr>
            <a:lvl3pPr marL="1371600" lvl="2" indent="-469900">
              <a:spcBef>
                <a:spcPts val="0"/>
              </a:spcBef>
              <a:spcAft>
                <a:spcPts val="0"/>
              </a:spcAft>
              <a:buSzPts val="3800"/>
              <a:buChar char="■"/>
              <a:defRPr sz="3800"/>
            </a:lvl3pPr>
            <a:lvl4pPr marL="1828800" lvl="3" indent="-469900">
              <a:spcBef>
                <a:spcPts val="0"/>
              </a:spcBef>
              <a:spcAft>
                <a:spcPts val="0"/>
              </a:spcAft>
              <a:buSzPts val="3800"/>
              <a:buChar char="●"/>
              <a:defRPr sz="3800"/>
            </a:lvl4pPr>
            <a:lvl5pPr marL="2286000" lvl="4" indent="-469900">
              <a:spcBef>
                <a:spcPts val="0"/>
              </a:spcBef>
              <a:spcAft>
                <a:spcPts val="0"/>
              </a:spcAft>
              <a:buSzPts val="3800"/>
              <a:buChar char="○"/>
              <a:defRPr sz="3800"/>
            </a:lvl5pPr>
            <a:lvl6pPr marL="2743200" lvl="5" indent="-469900">
              <a:spcBef>
                <a:spcPts val="0"/>
              </a:spcBef>
              <a:spcAft>
                <a:spcPts val="0"/>
              </a:spcAft>
              <a:buSzPts val="3800"/>
              <a:buChar char="■"/>
              <a:defRPr sz="3800"/>
            </a:lvl6pPr>
            <a:lvl7pPr marL="3200400" lvl="6" indent="-469900">
              <a:spcBef>
                <a:spcPts val="0"/>
              </a:spcBef>
              <a:spcAft>
                <a:spcPts val="0"/>
              </a:spcAft>
              <a:buSzPts val="3800"/>
              <a:buChar char="●"/>
              <a:defRPr sz="3800"/>
            </a:lvl7pPr>
            <a:lvl8pPr marL="3657600" lvl="7" indent="-469900">
              <a:spcBef>
                <a:spcPts val="0"/>
              </a:spcBef>
              <a:spcAft>
                <a:spcPts val="0"/>
              </a:spcAft>
              <a:buSzPts val="3800"/>
              <a:buChar char="○"/>
              <a:defRPr sz="3800"/>
            </a:lvl8pPr>
            <a:lvl9pPr marL="4114800" lvl="8" indent="-469900">
              <a:spcBef>
                <a:spcPts val="0"/>
              </a:spcBef>
              <a:spcAft>
                <a:spcPts val="0"/>
              </a:spcAft>
              <a:buSzPts val="3800"/>
              <a:buChar char="■"/>
              <a:defRPr sz="3800"/>
            </a:lvl9pPr>
          </a:lstStyle>
          <a:p>
            <a:endParaRPr/>
          </a:p>
        </p:txBody>
      </p:sp>
      <p:sp>
        <p:nvSpPr>
          <p:cNvPr id="23" name="Google Shape;23;p5"/>
          <p:cNvSpPr txBox="1">
            <a:spLocks noGrp="1"/>
          </p:cNvSpPr>
          <p:nvPr>
            <p:ph type="body" idx="2"/>
          </p:nvPr>
        </p:nvSpPr>
        <p:spPr>
          <a:xfrm>
            <a:off x="15463680" y="3687920"/>
            <a:ext cx="12799800" cy="10932600"/>
          </a:xfrm>
          <a:prstGeom prst="rect">
            <a:avLst/>
          </a:prstGeom>
        </p:spPr>
        <p:txBody>
          <a:bodyPr spcFirstLastPara="1" wrap="square" lIns="292550" tIns="292550" rIns="292550" bIns="292550" anchor="t" anchorCtr="0">
            <a:normAutofit/>
          </a:bodyPr>
          <a:lstStyle>
            <a:lvl1pPr marL="457200" lvl="0" indent="-514350">
              <a:spcBef>
                <a:spcPts val="0"/>
              </a:spcBef>
              <a:spcAft>
                <a:spcPts val="0"/>
              </a:spcAft>
              <a:buSzPts val="4500"/>
              <a:buChar char="●"/>
              <a:defRPr sz="4500"/>
            </a:lvl1pPr>
            <a:lvl2pPr marL="914400" lvl="1" indent="-469900">
              <a:spcBef>
                <a:spcPts val="0"/>
              </a:spcBef>
              <a:spcAft>
                <a:spcPts val="0"/>
              </a:spcAft>
              <a:buSzPts val="3800"/>
              <a:buChar char="○"/>
              <a:defRPr sz="3800"/>
            </a:lvl2pPr>
            <a:lvl3pPr marL="1371600" lvl="2" indent="-469900">
              <a:spcBef>
                <a:spcPts val="0"/>
              </a:spcBef>
              <a:spcAft>
                <a:spcPts val="0"/>
              </a:spcAft>
              <a:buSzPts val="3800"/>
              <a:buChar char="■"/>
              <a:defRPr sz="3800"/>
            </a:lvl3pPr>
            <a:lvl4pPr marL="1828800" lvl="3" indent="-469900">
              <a:spcBef>
                <a:spcPts val="0"/>
              </a:spcBef>
              <a:spcAft>
                <a:spcPts val="0"/>
              </a:spcAft>
              <a:buSzPts val="3800"/>
              <a:buChar char="●"/>
              <a:defRPr sz="3800"/>
            </a:lvl4pPr>
            <a:lvl5pPr marL="2286000" lvl="4" indent="-469900">
              <a:spcBef>
                <a:spcPts val="0"/>
              </a:spcBef>
              <a:spcAft>
                <a:spcPts val="0"/>
              </a:spcAft>
              <a:buSzPts val="3800"/>
              <a:buChar char="○"/>
              <a:defRPr sz="3800"/>
            </a:lvl5pPr>
            <a:lvl6pPr marL="2743200" lvl="5" indent="-469900">
              <a:spcBef>
                <a:spcPts val="0"/>
              </a:spcBef>
              <a:spcAft>
                <a:spcPts val="0"/>
              </a:spcAft>
              <a:buSzPts val="3800"/>
              <a:buChar char="■"/>
              <a:defRPr sz="3800"/>
            </a:lvl6pPr>
            <a:lvl7pPr marL="3200400" lvl="6" indent="-469900">
              <a:spcBef>
                <a:spcPts val="0"/>
              </a:spcBef>
              <a:spcAft>
                <a:spcPts val="0"/>
              </a:spcAft>
              <a:buSzPts val="3800"/>
              <a:buChar char="●"/>
              <a:defRPr sz="3800"/>
            </a:lvl7pPr>
            <a:lvl8pPr marL="3657600" lvl="7" indent="-469900">
              <a:spcBef>
                <a:spcPts val="0"/>
              </a:spcBef>
              <a:spcAft>
                <a:spcPts val="0"/>
              </a:spcAft>
              <a:buSzPts val="3800"/>
              <a:buChar char="○"/>
              <a:defRPr sz="3800"/>
            </a:lvl8pPr>
            <a:lvl9pPr marL="4114800" lvl="8" indent="-469900">
              <a:spcBef>
                <a:spcPts val="0"/>
              </a:spcBef>
              <a:spcAft>
                <a:spcPts val="0"/>
              </a:spcAft>
              <a:buSzPts val="3800"/>
              <a:buChar char="■"/>
              <a:defRPr sz="3800"/>
            </a:lvl9pPr>
          </a:lstStyle>
          <a:p>
            <a:endParaRPr/>
          </a:p>
        </p:txBody>
      </p:sp>
      <p:sp>
        <p:nvSpPr>
          <p:cNvPr id="24" name="Google Shape;24;p5"/>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997440" y="1424080"/>
            <a:ext cx="27265800" cy="1832700"/>
          </a:xfrm>
          <a:prstGeom prst="rect">
            <a:avLst/>
          </a:prstGeom>
        </p:spPr>
        <p:txBody>
          <a:bodyPr spcFirstLastPara="1" wrap="square" lIns="292550" tIns="292550" rIns="292550" bIns="292550" anchor="t" anchorCtr="0">
            <a:normAutofit/>
          </a:bodyPr>
          <a:lstStyle>
            <a:lvl1pPr lvl="0">
              <a:spcBef>
                <a:spcPts val="0"/>
              </a:spcBef>
              <a:spcAft>
                <a:spcPts val="0"/>
              </a:spcAft>
              <a:buSzPts val="9000"/>
              <a:buNone/>
              <a:defRPr/>
            </a:lvl1pPr>
            <a:lvl2pPr lvl="1">
              <a:spcBef>
                <a:spcPts val="0"/>
              </a:spcBef>
              <a:spcAft>
                <a:spcPts val="0"/>
              </a:spcAft>
              <a:buSzPts val="9000"/>
              <a:buNone/>
              <a:defRPr/>
            </a:lvl2pPr>
            <a:lvl3pPr lvl="2">
              <a:spcBef>
                <a:spcPts val="0"/>
              </a:spcBef>
              <a:spcAft>
                <a:spcPts val="0"/>
              </a:spcAft>
              <a:buSzPts val="9000"/>
              <a:buNone/>
              <a:defRPr/>
            </a:lvl3pPr>
            <a:lvl4pPr lvl="3">
              <a:spcBef>
                <a:spcPts val="0"/>
              </a:spcBef>
              <a:spcAft>
                <a:spcPts val="0"/>
              </a:spcAft>
              <a:buSzPts val="9000"/>
              <a:buNone/>
              <a:defRPr/>
            </a:lvl4pPr>
            <a:lvl5pPr lvl="4">
              <a:spcBef>
                <a:spcPts val="0"/>
              </a:spcBef>
              <a:spcAft>
                <a:spcPts val="0"/>
              </a:spcAft>
              <a:buSzPts val="9000"/>
              <a:buNone/>
              <a:defRPr/>
            </a:lvl5pPr>
            <a:lvl6pPr lvl="5">
              <a:spcBef>
                <a:spcPts val="0"/>
              </a:spcBef>
              <a:spcAft>
                <a:spcPts val="0"/>
              </a:spcAft>
              <a:buSzPts val="9000"/>
              <a:buNone/>
              <a:defRPr/>
            </a:lvl6pPr>
            <a:lvl7pPr lvl="6">
              <a:spcBef>
                <a:spcPts val="0"/>
              </a:spcBef>
              <a:spcAft>
                <a:spcPts val="0"/>
              </a:spcAft>
              <a:buSzPts val="9000"/>
              <a:buNone/>
              <a:defRPr/>
            </a:lvl7pPr>
            <a:lvl8pPr lvl="7">
              <a:spcBef>
                <a:spcPts val="0"/>
              </a:spcBef>
              <a:spcAft>
                <a:spcPts val="0"/>
              </a:spcAft>
              <a:buSzPts val="9000"/>
              <a:buNone/>
              <a:defRPr/>
            </a:lvl8pPr>
            <a:lvl9pPr lvl="8">
              <a:spcBef>
                <a:spcPts val="0"/>
              </a:spcBef>
              <a:spcAft>
                <a:spcPts val="0"/>
              </a:spcAft>
              <a:buSzPts val="9000"/>
              <a:buNone/>
              <a:defRPr/>
            </a:lvl9pPr>
          </a:lstStyle>
          <a:p>
            <a:endParaRPr/>
          </a:p>
        </p:txBody>
      </p:sp>
      <p:sp>
        <p:nvSpPr>
          <p:cNvPr id="27" name="Google Shape;27;p6"/>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997440" y="1777920"/>
            <a:ext cx="8985600" cy="2418300"/>
          </a:xfrm>
          <a:prstGeom prst="rect">
            <a:avLst/>
          </a:prstGeom>
        </p:spPr>
        <p:txBody>
          <a:bodyPr spcFirstLastPara="1" wrap="square" lIns="292550" tIns="292550" rIns="292550" bIns="292550" anchor="b" anchorCtr="0">
            <a:normAutofit/>
          </a:bodyPr>
          <a:lstStyle>
            <a:lvl1pPr lvl="0">
              <a:spcBef>
                <a:spcPts val="0"/>
              </a:spcBef>
              <a:spcAft>
                <a:spcPts val="0"/>
              </a:spcAft>
              <a:buSzPts val="7700"/>
              <a:buNone/>
              <a:defRPr sz="7700"/>
            </a:lvl1pPr>
            <a:lvl2pPr lvl="1">
              <a:spcBef>
                <a:spcPts val="0"/>
              </a:spcBef>
              <a:spcAft>
                <a:spcPts val="0"/>
              </a:spcAft>
              <a:buSzPts val="7700"/>
              <a:buNone/>
              <a:defRPr sz="7700"/>
            </a:lvl2pPr>
            <a:lvl3pPr lvl="2">
              <a:spcBef>
                <a:spcPts val="0"/>
              </a:spcBef>
              <a:spcAft>
                <a:spcPts val="0"/>
              </a:spcAft>
              <a:buSzPts val="7700"/>
              <a:buNone/>
              <a:defRPr sz="7700"/>
            </a:lvl3pPr>
            <a:lvl4pPr lvl="3">
              <a:spcBef>
                <a:spcPts val="0"/>
              </a:spcBef>
              <a:spcAft>
                <a:spcPts val="0"/>
              </a:spcAft>
              <a:buSzPts val="7700"/>
              <a:buNone/>
              <a:defRPr sz="7700"/>
            </a:lvl4pPr>
            <a:lvl5pPr lvl="4">
              <a:spcBef>
                <a:spcPts val="0"/>
              </a:spcBef>
              <a:spcAft>
                <a:spcPts val="0"/>
              </a:spcAft>
              <a:buSzPts val="7700"/>
              <a:buNone/>
              <a:defRPr sz="7700"/>
            </a:lvl5pPr>
            <a:lvl6pPr lvl="5">
              <a:spcBef>
                <a:spcPts val="0"/>
              </a:spcBef>
              <a:spcAft>
                <a:spcPts val="0"/>
              </a:spcAft>
              <a:buSzPts val="7700"/>
              <a:buNone/>
              <a:defRPr sz="7700"/>
            </a:lvl6pPr>
            <a:lvl7pPr lvl="6">
              <a:spcBef>
                <a:spcPts val="0"/>
              </a:spcBef>
              <a:spcAft>
                <a:spcPts val="0"/>
              </a:spcAft>
              <a:buSzPts val="7700"/>
              <a:buNone/>
              <a:defRPr sz="7700"/>
            </a:lvl7pPr>
            <a:lvl8pPr lvl="7">
              <a:spcBef>
                <a:spcPts val="0"/>
              </a:spcBef>
              <a:spcAft>
                <a:spcPts val="0"/>
              </a:spcAft>
              <a:buSzPts val="7700"/>
              <a:buNone/>
              <a:defRPr sz="7700"/>
            </a:lvl8pPr>
            <a:lvl9pPr lvl="8">
              <a:spcBef>
                <a:spcPts val="0"/>
              </a:spcBef>
              <a:spcAft>
                <a:spcPts val="0"/>
              </a:spcAft>
              <a:buSzPts val="7700"/>
              <a:buNone/>
              <a:defRPr sz="7700"/>
            </a:lvl9pPr>
          </a:lstStyle>
          <a:p>
            <a:endParaRPr/>
          </a:p>
        </p:txBody>
      </p:sp>
      <p:sp>
        <p:nvSpPr>
          <p:cNvPr id="30" name="Google Shape;30;p7"/>
          <p:cNvSpPr txBox="1">
            <a:spLocks noGrp="1"/>
          </p:cNvSpPr>
          <p:nvPr>
            <p:ph type="body" idx="1"/>
          </p:nvPr>
        </p:nvSpPr>
        <p:spPr>
          <a:xfrm>
            <a:off x="997440" y="4446720"/>
            <a:ext cx="8985600" cy="10174200"/>
          </a:xfrm>
          <a:prstGeom prst="rect">
            <a:avLst/>
          </a:prstGeom>
        </p:spPr>
        <p:txBody>
          <a:bodyPr spcFirstLastPara="1" wrap="square" lIns="292550" tIns="292550" rIns="292550" bIns="292550" anchor="t" anchorCtr="0">
            <a:normAutofit/>
          </a:bodyPr>
          <a:lstStyle>
            <a:lvl1pPr marL="457200" lvl="0" indent="-469900">
              <a:spcBef>
                <a:spcPts val="0"/>
              </a:spcBef>
              <a:spcAft>
                <a:spcPts val="0"/>
              </a:spcAft>
              <a:buSzPts val="3800"/>
              <a:buChar char="●"/>
              <a:defRPr sz="3800"/>
            </a:lvl1pPr>
            <a:lvl2pPr marL="914400" lvl="1" indent="-469900">
              <a:spcBef>
                <a:spcPts val="0"/>
              </a:spcBef>
              <a:spcAft>
                <a:spcPts val="0"/>
              </a:spcAft>
              <a:buSzPts val="3800"/>
              <a:buChar char="○"/>
              <a:defRPr sz="3800"/>
            </a:lvl2pPr>
            <a:lvl3pPr marL="1371600" lvl="2" indent="-469900">
              <a:spcBef>
                <a:spcPts val="0"/>
              </a:spcBef>
              <a:spcAft>
                <a:spcPts val="0"/>
              </a:spcAft>
              <a:buSzPts val="3800"/>
              <a:buChar char="■"/>
              <a:defRPr sz="3800"/>
            </a:lvl3pPr>
            <a:lvl4pPr marL="1828800" lvl="3" indent="-469900">
              <a:spcBef>
                <a:spcPts val="0"/>
              </a:spcBef>
              <a:spcAft>
                <a:spcPts val="0"/>
              </a:spcAft>
              <a:buSzPts val="3800"/>
              <a:buChar char="●"/>
              <a:defRPr sz="3800"/>
            </a:lvl4pPr>
            <a:lvl5pPr marL="2286000" lvl="4" indent="-469900">
              <a:spcBef>
                <a:spcPts val="0"/>
              </a:spcBef>
              <a:spcAft>
                <a:spcPts val="0"/>
              </a:spcAft>
              <a:buSzPts val="3800"/>
              <a:buChar char="○"/>
              <a:defRPr sz="3800"/>
            </a:lvl5pPr>
            <a:lvl6pPr marL="2743200" lvl="5" indent="-469900">
              <a:spcBef>
                <a:spcPts val="0"/>
              </a:spcBef>
              <a:spcAft>
                <a:spcPts val="0"/>
              </a:spcAft>
              <a:buSzPts val="3800"/>
              <a:buChar char="■"/>
              <a:defRPr sz="3800"/>
            </a:lvl6pPr>
            <a:lvl7pPr marL="3200400" lvl="6" indent="-469900">
              <a:spcBef>
                <a:spcPts val="0"/>
              </a:spcBef>
              <a:spcAft>
                <a:spcPts val="0"/>
              </a:spcAft>
              <a:buSzPts val="3800"/>
              <a:buChar char="●"/>
              <a:defRPr sz="3800"/>
            </a:lvl7pPr>
            <a:lvl8pPr marL="3657600" lvl="7" indent="-469900">
              <a:spcBef>
                <a:spcPts val="0"/>
              </a:spcBef>
              <a:spcAft>
                <a:spcPts val="0"/>
              </a:spcAft>
              <a:buSzPts val="3800"/>
              <a:buChar char="○"/>
              <a:defRPr sz="3800"/>
            </a:lvl8pPr>
            <a:lvl9pPr marL="4114800" lvl="8" indent="-469900">
              <a:spcBef>
                <a:spcPts val="0"/>
              </a:spcBef>
              <a:spcAft>
                <a:spcPts val="0"/>
              </a:spcAft>
              <a:buSzPts val="3800"/>
              <a:buChar char="■"/>
              <a:defRPr sz="3800"/>
            </a:lvl9pPr>
          </a:lstStyle>
          <a:p>
            <a:endParaRPr/>
          </a:p>
        </p:txBody>
      </p:sp>
      <p:sp>
        <p:nvSpPr>
          <p:cNvPr id="31" name="Google Shape;31;p7"/>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568800" y="1440480"/>
            <a:ext cx="20376900" cy="13090500"/>
          </a:xfrm>
          <a:prstGeom prst="rect">
            <a:avLst/>
          </a:prstGeom>
        </p:spPr>
        <p:txBody>
          <a:bodyPr spcFirstLastPara="1" wrap="square" lIns="292550" tIns="292550" rIns="292550" bIns="292550" anchor="ctr" anchorCtr="0">
            <a:normAutofit/>
          </a:bodyPr>
          <a:lstStyle>
            <a:lvl1pPr lvl="0">
              <a:spcBef>
                <a:spcPts val="0"/>
              </a:spcBef>
              <a:spcAft>
                <a:spcPts val="0"/>
              </a:spcAft>
              <a:buSzPts val="15400"/>
              <a:buNone/>
              <a:defRPr sz="15400"/>
            </a:lvl1pPr>
            <a:lvl2pPr lvl="1">
              <a:spcBef>
                <a:spcPts val="0"/>
              </a:spcBef>
              <a:spcAft>
                <a:spcPts val="0"/>
              </a:spcAft>
              <a:buSzPts val="15400"/>
              <a:buNone/>
              <a:defRPr sz="15400"/>
            </a:lvl2pPr>
            <a:lvl3pPr lvl="2">
              <a:spcBef>
                <a:spcPts val="0"/>
              </a:spcBef>
              <a:spcAft>
                <a:spcPts val="0"/>
              </a:spcAft>
              <a:buSzPts val="15400"/>
              <a:buNone/>
              <a:defRPr sz="15400"/>
            </a:lvl3pPr>
            <a:lvl4pPr lvl="3">
              <a:spcBef>
                <a:spcPts val="0"/>
              </a:spcBef>
              <a:spcAft>
                <a:spcPts val="0"/>
              </a:spcAft>
              <a:buSzPts val="15400"/>
              <a:buNone/>
              <a:defRPr sz="15400"/>
            </a:lvl4pPr>
            <a:lvl5pPr lvl="4">
              <a:spcBef>
                <a:spcPts val="0"/>
              </a:spcBef>
              <a:spcAft>
                <a:spcPts val="0"/>
              </a:spcAft>
              <a:buSzPts val="15400"/>
              <a:buNone/>
              <a:defRPr sz="15400"/>
            </a:lvl5pPr>
            <a:lvl6pPr lvl="5">
              <a:spcBef>
                <a:spcPts val="0"/>
              </a:spcBef>
              <a:spcAft>
                <a:spcPts val="0"/>
              </a:spcAft>
              <a:buSzPts val="15400"/>
              <a:buNone/>
              <a:defRPr sz="15400"/>
            </a:lvl6pPr>
            <a:lvl7pPr lvl="6">
              <a:spcBef>
                <a:spcPts val="0"/>
              </a:spcBef>
              <a:spcAft>
                <a:spcPts val="0"/>
              </a:spcAft>
              <a:buSzPts val="15400"/>
              <a:buNone/>
              <a:defRPr sz="15400"/>
            </a:lvl7pPr>
            <a:lvl8pPr lvl="7">
              <a:spcBef>
                <a:spcPts val="0"/>
              </a:spcBef>
              <a:spcAft>
                <a:spcPts val="0"/>
              </a:spcAft>
              <a:buSzPts val="15400"/>
              <a:buNone/>
              <a:defRPr sz="15400"/>
            </a:lvl8pPr>
            <a:lvl9pPr lvl="8">
              <a:spcBef>
                <a:spcPts val="0"/>
              </a:spcBef>
              <a:spcAft>
                <a:spcPts val="0"/>
              </a:spcAft>
              <a:buSzPts val="15400"/>
              <a:buNone/>
              <a:defRPr sz="15400"/>
            </a:lvl9pPr>
          </a:lstStyle>
          <a:p>
            <a:endParaRPr/>
          </a:p>
        </p:txBody>
      </p:sp>
      <p:sp>
        <p:nvSpPr>
          <p:cNvPr id="34" name="Google Shape;34;p8"/>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4630400" y="-400"/>
            <a:ext cx="14630400" cy="16459200"/>
          </a:xfrm>
          <a:prstGeom prst="rect">
            <a:avLst/>
          </a:prstGeom>
          <a:solidFill>
            <a:schemeClr val="lt2"/>
          </a:solidFill>
          <a:ln>
            <a:noFill/>
          </a:ln>
        </p:spPr>
        <p:txBody>
          <a:bodyPr spcFirstLastPara="1" wrap="square" lIns="292550" tIns="292550" rIns="292550" bIns="29255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849600" y="3946160"/>
            <a:ext cx="12944700" cy="47433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13400"/>
              <a:buNone/>
              <a:defRPr sz="13400"/>
            </a:lvl1pPr>
            <a:lvl2pPr lvl="1" algn="ctr">
              <a:spcBef>
                <a:spcPts val="0"/>
              </a:spcBef>
              <a:spcAft>
                <a:spcPts val="0"/>
              </a:spcAft>
              <a:buSzPts val="13400"/>
              <a:buNone/>
              <a:defRPr sz="13400"/>
            </a:lvl2pPr>
            <a:lvl3pPr lvl="2" algn="ctr">
              <a:spcBef>
                <a:spcPts val="0"/>
              </a:spcBef>
              <a:spcAft>
                <a:spcPts val="0"/>
              </a:spcAft>
              <a:buSzPts val="13400"/>
              <a:buNone/>
              <a:defRPr sz="13400"/>
            </a:lvl3pPr>
            <a:lvl4pPr lvl="3" algn="ctr">
              <a:spcBef>
                <a:spcPts val="0"/>
              </a:spcBef>
              <a:spcAft>
                <a:spcPts val="0"/>
              </a:spcAft>
              <a:buSzPts val="13400"/>
              <a:buNone/>
              <a:defRPr sz="13400"/>
            </a:lvl4pPr>
            <a:lvl5pPr lvl="4" algn="ctr">
              <a:spcBef>
                <a:spcPts val="0"/>
              </a:spcBef>
              <a:spcAft>
                <a:spcPts val="0"/>
              </a:spcAft>
              <a:buSzPts val="13400"/>
              <a:buNone/>
              <a:defRPr sz="13400"/>
            </a:lvl5pPr>
            <a:lvl6pPr lvl="5" algn="ctr">
              <a:spcBef>
                <a:spcPts val="0"/>
              </a:spcBef>
              <a:spcAft>
                <a:spcPts val="0"/>
              </a:spcAft>
              <a:buSzPts val="13400"/>
              <a:buNone/>
              <a:defRPr sz="13400"/>
            </a:lvl6pPr>
            <a:lvl7pPr lvl="6" algn="ctr">
              <a:spcBef>
                <a:spcPts val="0"/>
              </a:spcBef>
              <a:spcAft>
                <a:spcPts val="0"/>
              </a:spcAft>
              <a:buSzPts val="13400"/>
              <a:buNone/>
              <a:defRPr sz="13400"/>
            </a:lvl7pPr>
            <a:lvl8pPr lvl="7" algn="ctr">
              <a:spcBef>
                <a:spcPts val="0"/>
              </a:spcBef>
              <a:spcAft>
                <a:spcPts val="0"/>
              </a:spcAft>
              <a:buSzPts val="13400"/>
              <a:buNone/>
              <a:defRPr sz="13400"/>
            </a:lvl8pPr>
            <a:lvl9pPr lvl="8" algn="ctr">
              <a:spcBef>
                <a:spcPts val="0"/>
              </a:spcBef>
              <a:spcAft>
                <a:spcPts val="0"/>
              </a:spcAft>
              <a:buSzPts val="13400"/>
              <a:buNone/>
              <a:defRPr sz="13400"/>
            </a:lvl9pPr>
          </a:lstStyle>
          <a:p>
            <a:endParaRPr/>
          </a:p>
        </p:txBody>
      </p:sp>
      <p:sp>
        <p:nvSpPr>
          <p:cNvPr id="38" name="Google Shape;38;p9"/>
          <p:cNvSpPr txBox="1">
            <a:spLocks noGrp="1"/>
          </p:cNvSpPr>
          <p:nvPr>
            <p:ph type="subTitle" idx="1"/>
          </p:nvPr>
        </p:nvSpPr>
        <p:spPr>
          <a:xfrm>
            <a:off x="849600" y="8969840"/>
            <a:ext cx="12944700" cy="3952200"/>
          </a:xfrm>
          <a:prstGeom prst="rect">
            <a:avLst/>
          </a:prstGeom>
        </p:spPr>
        <p:txBody>
          <a:bodyPr spcFirstLastPara="1" wrap="square" lIns="292550" tIns="292550" rIns="292550" bIns="292550" anchor="t" anchorCtr="0">
            <a:normAutofit/>
          </a:bodyPr>
          <a:lstStyle>
            <a:lvl1pPr lvl="0" algn="ctr">
              <a:lnSpc>
                <a:spcPct val="100000"/>
              </a:lnSpc>
              <a:spcBef>
                <a:spcPts val="0"/>
              </a:spcBef>
              <a:spcAft>
                <a:spcPts val="0"/>
              </a:spcAft>
              <a:buSzPts val="6700"/>
              <a:buNone/>
              <a:defRPr sz="6700"/>
            </a:lvl1pPr>
            <a:lvl2pPr lvl="1" algn="ctr">
              <a:lnSpc>
                <a:spcPct val="100000"/>
              </a:lnSpc>
              <a:spcBef>
                <a:spcPts val="0"/>
              </a:spcBef>
              <a:spcAft>
                <a:spcPts val="0"/>
              </a:spcAft>
              <a:buSzPts val="6700"/>
              <a:buNone/>
              <a:defRPr sz="6700"/>
            </a:lvl2pPr>
            <a:lvl3pPr lvl="2" algn="ctr">
              <a:lnSpc>
                <a:spcPct val="100000"/>
              </a:lnSpc>
              <a:spcBef>
                <a:spcPts val="0"/>
              </a:spcBef>
              <a:spcAft>
                <a:spcPts val="0"/>
              </a:spcAft>
              <a:buSzPts val="6700"/>
              <a:buNone/>
              <a:defRPr sz="6700"/>
            </a:lvl3pPr>
            <a:lvl4pPr lvl="3" algn="ctr">
              <a:lnSpc>
                <a:spcPct val="100000"/>
              </a:lnSpc>
              <a:spcBef>
                <a:spcPts val="0"/>
              </a:spcBef>
              <a:spcAft>
                <a:spcPts val="0"/>
              </a:spcAft>
              <a:buSzPts val="6700"/>
              <a:buNone/>
              <a:defRPr sz="6700"/>
            </a:lvl4pPr>
            <a:lvl5pPr lvl="4" algn="ctr">
              <a:lnSpc>
                <a:spcPct val="100000"/>
              </a:lnSpc>
              <a:spcBef>
                <a:spcPts val="0"/>
              </a:spcBef>
              <a:spcAft>
                <a:spcPts val="0"/>
              </a:spcAft>
              <a:buSzPts val="6700"/>
              <a:buNone/>
              <a:defRPr sz="6700"/>
            </a:lvl5pPr>
            <a:lvl6pPr lvl="5" algn="ctr">
              <a:lnSpc>
                <a:spcPct val="100000"/>
              </a:lnSpc>
              <a:spcBef>
                <a:spcPts val="0"/>
              </a:spcBef>
              <a:spcAft>
                <a:spcPts val="0"/>
              </a:spcAft>
              <a:buSzPts val="6700"/>
              <a:buNone/>
              <a:defRPr sz="6700"/>
            </a:lvl6pPr>
            <a:lvl7pPr lvl="6" algn="ctr">
              <a:lnSpc>
                <a:spcPct val="100000"/>
              </a:lnSpc>
              <a:spcBef>
                <a:spcPts val="0"/>
              </a:spcBef>
              <a:spcAft>
                <a:spcPts val="0"/>
              </a:spcAft>
              <a:buSzPts val="6700"/>
              <a:buNone/>
              <a:defRPr sz="6700"/>
            </a:lvl7pPr>
            <a:lvl8pPr lvl="7" algn="ctr">
              <a:lnSpc>
                <a:spcPct val="100000"/>
              </a:lnSpc>
              <a:spcBef>
                <a:spcPts val="0"/>
              </a:spcBef>
              <a:spcAft>
                <a:spcPts val="0"/>
              </a:spcAft>
              <a:buSzPts val="6700"/>
              <a:buNone/>
              <a:defRPr sz="6700"/>
            </a:lvl8pPr>
            <a:lvl9pPr lvl="8" algn="ctr">
              <a:lnSpc>
                <a:spcPct val="100000"/>
              </a:lnSpc>
              <a:spcBef>
                <a:spcPts val="0"/>
              </a:spcBef>
              <a:spcAft>
                <a:spcPts val="0"/>
              </a:spcAft>
              <a:buSzPts val="6700"/>
              <a:buNone/>
              <a:defRPr sz="6700"/>
            </a:lvl9pPr>
          </a:lstStyle>
          <a:p>
            <a:endParaRPr/>
          </a:p>
        </p:txBody>
      </p:sp>
      <p:sp>
        <p:nvSpPr>
          <p:cNvPr id="39" name="Google Shape;39;p9"/>
          <p:cNvSpPr txBox="1">
            <a:spLocks noGrp="1"/>
          </p:cNvSpPr>
          <p:nvPr>
            <p:ph type="body" idx="2"/>
          </p:nvPr>
        </p:nvSpPr>
        <p:spPr>
          <a:xfrm>
            <a:off x="15806400" y="2317040"/>
            <a:ext cx="12278400" cy="11824200"/>
          </a:xfrm>
          <a:prstGeom prst="rect">
            <a:avLst/>
          </a:prstGeom>
        </p:spPr>
        <p:txBody>
          <a:bodyPr spcFirstLastPara="1" wrap="square" lIns="292550" tIns="292550" rIns="292550" bIns="292550" anchor="ctr" anchorCtr="0">
            <a:normAutofit/>
          </a:bodyPr>
          <a:lstStyle>
            <a:lvl1pPr marL="457200" lvl="0" indent="-596900">
              <a:spcBef>
                <a:spcPts val="0"/>
              </a:spcBef>
              <a:spcAft>
                <a:spcPts val="0"/>
              </a:spcAft>
              <a:buSzPts val="5800"/>
              <a:buChar char="●"/>
              <a:defRPr/>
            </a:lvl1pPr>
            <a:lvl2pPr marL="914400" lvl="1" indent="-514350">
              <a:spcBef>
                <a:spcPts val="0"/>
              </a:spcBef>
              <a:spcAft>
                <a:spcPts val="0"/>
              </a:spcAft>
              <a:buSzPts val="4500"/>
              <a:buChar char="○"/>
              <a:defRPr/>
            </a:lvl2pPr>
            <a:lvl3pPr marL="1371600" lvl="2" indent="-514350">
              <a:spcBef>
                <a:spcPts val="0"/>
              </a:spcBef>
              <a:spcAft>
                <a:spcPts val="0"/>
              </a:spcAft>
              <a:buSzPts val="4500"/>
              <a:buChar char="■"/>
              <a:defRPr/>
            </a:lvl3pPr>
            <a:lvl4pPr marL="1828800" lvl="3" indent="-514350">
              <a:spcBef>
                <a:spcPts val="0"/>
              </a:spcBef>
              <a:spcAft>
                <a:spcPts val="0"/>
              </a:spcAft>
              <a:buSzPts val="4500"/>
              <a:buChar char="●"/>
              <a:defRPr/>
            </a:lvl4pPr>
            <a:lvl5pPr marL="2286000" lvl="4" indent="-514350">
              <a:spcBef>
                <a:spcPts val="0"/>
              </a:spcBef>
              <a:spcAft>
                <a:spcPts val="0"/>
              </a:spcAft>
              <a:buSzPts val="4500"/>
              <a:buChar char="○"/>
              <a:defRPr/>
            </a:lvl5pPr>
            <a:lvl6pPr marL="2743200" lvl="5" indent="-514350">
              <a:spcBef>
                <a:spcPts val="0"/>
              </a:spcBef>
              <a:spcAft>
                <a:spcPts val="0"/>
              </a:spcAft>
              <a:buSzPts val="4500"/>
              <a:buChar char="■"/>
              <a:defRPr/>
            </a:lvl6pPr>
            <a:lvl7pPr marL="3200400" lvl="6" indent="-514350">
              <a:spcBef>
                <a:spcPts val="0"/>
              </a:spcBef>
              <a:spcAft>
                <a:spcPts val="0"/>
              </a:spcAft>
              <a:buSzPts val="4500"/>
              <a:buChar char="●"/>
              <a:defRPr/>
            </a:lvl7pPr>
            <a:lvl8pPr marL="3657600" lvl="7" indent="-514350">
              <a:spcBef>
                <a:spcPts val="0"/>
              </a:spcBef>
              <a:spcAft>
                <a:spcPts val="0"/>
              </a:spcAft>
              <a:buSzPts val="4500"/>
              <a:buChar char="○"/>
              <a:defRPr/>
            </a:lvl8pPr>
            <a:lvl9pPr marL="4114800" lvl="8" indent="-514350">
              <a:spcBef>
                <a:spcPts val="0"/>
              </a:spcBef>
              <a:spcAft>
                <a:spcPts val="0"/>
              </a:spcAft>
              <a:buSzPts val="4500"/>
              <a:buChar char="■"/>
              <a:defRPr/>
            </a:lvl9pPr>
          </a:lstStyle>
          <a:p>
            <a:endParaRPr/>
          </a:p>
        </p:txBody>
      </p:sp>
      <p:sp>
        <p:nvSpPr>
          <p:cNvPr id="40" name="Google Shape;40;p9"/>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997440" y="13537840"/>
            <a:ext cx="19196100" cy="1936200"/>
          </a:xfrm>
          <a:prstGeom prst="rect">
            <a:avLst/>
          </a:prstGeom>
        </p:spPr>
        <p:txBody>
          <a:bodyPr spcFirstLastPara="1" wrap="square" lIns="292550" tIns="292550" rIns="292550" bIns="292550" anchor="ctr" anchorCtr="0">
            <a:normAutofit/>
          </a:bodyPr>
          <a:lstStyle>
            <a:lvl1pPr marL="457200" lvl="0" indent="-228600">
              <a:lnSpc>
                <a:spcPct val="100000"/>
              </a:lnSpc>
              <a:spcBef>
                <a:spcPts val="0"/>
              </a:spcBef>
              <a:spcAft>
                <a:spcPts val="0"/>
              </a:spcAft>
              <a:buSzPts val="5800"/>
              <a:buNone/>
              <a:defRPr/>
            </a:lvl1pPr>
          </a:lstStyle>
          <a:p>
            <a:endParaRPr/>
          </a:p>
        </p:txBody>
      </p:sp>
      <p:sp>
        <p:nvSpPr>
          <p:cNvPr id="43" name="Google Shape;43;p10"/>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997440" y="3539600"/>
            <a:ext cx="27265800" cy="6283200"/>
          </a:xfrm>
          <a:prstGeom prst="rect">
            <a:avLst/>
          </a:prstGeom>
        </p:spPr>
        <p:txBody>
          <a:bodyPr spcFirstLastPara="1" wrap="square" lIns="292550" tIns="292550" rIns="292550" bIns="292550" anchor="b" anchorCtr="0">
            <a:normAutofit/>
          </a:bodyPr>
          <a:lstStyle>
            <a:lvl1pPr lvl="0" algn="ctr">
              <a:spcBef>
                <a:spcPts val="0"/>
              </a:spcBef>
              <a:spcAft>
                <a:spcPts val="0"/>
              </a:spcAft>
              <a:buSzPts val="38400"/>
              <a:buNone/>
              <a:defRPr sz="38400"/>
            </a:lvl1pPr>
            <a:lvl2pPr lvl="1" algn="ctr">
              <a:spcBef>
                <a:spcPts val="0"/>
              </a:spcBef>
              <a:spcAft>
                <a:spcPts val="0"/>
              </a:spcAft>
              <a:buSzPts val="38400"/>
              <a:buNone/>
              <a:defRPr sz="38400"/>
            </a:lvl2pPr>
            <a:lvl3pPr lvl="2" algn="ctr">
              <a:spcBef>
                <a:spcPts val="0"/>
              </a:spcBef>
              <a:spcAft>
                <a:spcPts val="0"/>
              </a:spcAft>
              <a:buSzPts val="38400"/>
              <a:buNone/>
              <a:defRPr sz="38400"/>
            </a:lvl3pPr>
            <a:lvl4pPr lvl="3" algn="ctr">
              <a:spcBef>
                <a:spcPts val="0"/>
              </a:spcBef>
              <a:spcAft>
                <a:spcPts val="0"/>
              </a:spcAft>
              <a:buSzPts val="38400"/>
              <a:buNone/>
              <a:defRPr sz="38400"/>
            </a:lvl4pPr>
            <a:lvl5pPr lvl="4" algn="ctr">
              <a:spcBef>
                <a:spcPts val="0"/>
              </a:spcBef>
              <a:spcAft>
                <a:spcPts val="0"/>
              </a:spcAft>
              <a:buSzPts val="38400"/>
              <a:buNone/>
              <a:defRPr sz="38400"/>
            </a:lvl5pPr>
            <a:lvl6pPr lvl="5" algn="ctr">
              <a:spcBef>
                <a:spcPts val="0"/>
              </a:spcBef>
              <a:spcAft>
                <a:spcPts val="0"/>
              </a:spcAft>
              <a:buSzPts val="38400"/>
              <a:buNone/>
              <a:defRPr sz="38400"/>
            </a:lvl6pPr>
            <a:lvl7pPr lvl="6" algn="ctr">
              <a:spcBef>
                <a:spcPts val="0"/>
              </a:spcBef>
              <a:spcAft>
                <a:spcPts val="0"/>
              </a:spcAft>
              <a:buSzPts val="38400"/>
              <a:buNone/>
              <a:defRPr sz="38400"/>
            </a:lvl7pPr>
            <a:lvl8pPr lvl="7" algn="ctr">
              <a:spcBef>
                <a:spcPts val="0"/>
              </a:spcBef>
              <a:spcAft>
                <a:spcPts val="0"/>
              </a:spcAft>
              <a:buSzPts val="38400"/>
              <a:buNone/>
              <a:defRPr sz="38400"/>
            </a:lvl8pPr>
            <a:lvl9pPr lvl="8" algn="ctr">
              <a:spcBef>
                <a:spcPts val="0"/>
              </a:spcBef>
              <a:spcAft>
                <a:spcPts val="0"/>
              </a:spcAft>
              <a:buSzPts val="38400"/>
              <a:buNone/>
              <a:defRPr sz="38400"/>
            </a:lvl9pPr>
          </a:lstStyle>
          <a:p>
            <a:r>
              <a:t>xx%</a:t>
            </a:r>
          </a:p>
        </p:txBody>
      </p:sp>
      <p:sp>
        <p:nvSpPr>
          <p:cNvPr id="46" name="Google Shape;46;p11"/>
          <p:cNvSpPr txBox="1">
            <a:spLocks noGrp="1"/>
          </p:cNvSpPr>
          <p:nvPr>
            <p:ph type="body" idx="1"/>
          </p:nvPr>
        </p:nvSpPr>
        <p:spPr>
          <a:xfrm>
            <a:off x="997440" y="10087120"/>
            <a:ext cx="27265800" cy="4162500"/>
          </a:xfrm>
          <a:prstGeom prst="rect">
            <a:avLst/>
          </a:prstGeom>
        </p:spPr>
        <p:txBody>
          <a:bodyPr spcFirstLastPara="1" wrap="square" lIns="292550" tIns="292550" rIns="292550" bIns="292550" anchor="t" anchorCtr="0">
            <a:normAutofit/>
          </a:bodyPr>
          <a:lstStyle>
            <a:lvl1pPr marL="457200" lvl="0" indent="-596900" algn="ctr">
              <a:spcBef>
                <a:spcPts val="0"/>
              </a:spcBef>
              <a:spcAft>
                <a:spcPts val="0"/>
              </a:spcAft>
              <a:buSzPts val="5800"/>
              <a:buChar char="●"/>
              <a:defRPr/>
            </a:lvl1pPr>
            <a:lvl2pPr marL="914400" lvl="1" indent="-514350" algn="ctr">
              <a:spcBef>
                <a:spcPts val="0"/>
              </a:spcBef>
              <a:spcAft>
                <a:spcPts val="0"/>
              </a:spcAft>
              <a:buSzPts val="4500"/>
              <a:buChar char="○"/>
              <a:defRPr/>
            </a:lvl2pPr>
            <a:lvl3pPr marL="1371600" lvl="2" indent="-514350" algn="ctr">
              <a:spcBef>
                <a:spcPts val="0"/>
              </a:spcBef>
              <a:spcAft>
                <a:spcPts val="0"/>
              </a:spcAft>
              <a:buSzPts val="4500"/>
              <a:buChar char="■"/>
              <a:defRPr/>
            </a:lvl3pPr>
            <a:lvl4pPr marL="1828800" lvl="3" indent="-514350" algn="ctr">
              <a:spcBef>
                <a:spcPts val="0"/>
              </a:spcBef>
              <a:spcAft>
                <a:spcPts val="0"/>
              </a:spcAft>
              <a:buSzPts val="4500"/>
              <a:buChar char="●"/>
              <a:defRPr/>
            </a:lvl4pPr>
            <a:lvl5pPr marL="2286000" lvl="4" indent="-514350" algn="ctr">
              <a:spcBef>
                <a:spcPts val="0"/>
              </a:spcBef>
              <a:spcAft>
                <a:spcPts val="0"/>
              </a:spcAft>
              <a:buSzPts val="4500"/>
              <a:buChar char="○"/>
              <a:defRPr/>
            </a:lvl5pPr>
            <a:lvl6pPr marL="2743200" lvl="5" indent="-514350" algn="ctr">
              <a:spcBef>
                <a:spcPts val="0"/>
              </a:spcBef>
              <a:spcAft>
                <a:spcPts val="0"/>
              </a:spcAft>
              <a:buSzPts val="4500"/>
              <a:buChar char="■"/>
              <a:defRPr/>
            </a:lvl6pPr>
            <a:lvl7pPr marL="3200400" lvl="6" indent="-514350" algn="ctr">
              <a:spcBef>
                <a:spcPts val="0"/>
              </a:spcBef>
              <a:spcAft>
                <a:spcPts val="0"/>
              </a:spcAft>
              <a:buSzPts val="4500"/>
              <a:buChar char="●"/>
              <a:defRPr/>
            </a:lvl7pPr>
            <a:lvl8pPr marL="3657600" lvl="7" indent="-514350" algn="ctr">
              <a:spcBef>
                <a:spcPts val="0"/>
              </a:spcBef>
              <a:spcAft>
                <a:spcPts val="0"/>
              </a:spcAft>
              <a:buSzPts val="4500"/>
              <a:buChar char="○"/>
              <a:defRPr/>
            </a:lvl8pPr>
            <a:lvl9pPr marL="4114800" lvl="8" indent="-514350" algn="ctr">
              <a:spcBef>
                <a:spcPts val="0"/>
              </a:spcBef>
              <a:spcAft>
                <a:spcPts val="0"/>
              </a:spcAft>
              <a:buSzPts val="4500"/>
              <a:buChar char="■"/>
              <a:defRPr/>
            </a:lvl9pPr>
          </a:lstStyle>
          <a:p>
            <a:endParaRPr/>
          </a:p>
        </p:txBody>
      </p:sp>
      <p:sp>
        <p:nvSpPr>
          <p:cNvPr id="47" name="Google Shape;47;p11"/>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7111865" y="14922294"/>
            <a:ext cx="1755900" cy="1259400"/>
          </a:xfrm>
          <a:prstGeom prst="rect">
            <a:avLst/>
          </a:prstGeom>
        </p:spPr>
        <p:txBody>
          <a:bodyPr spcFirstLastPara="1" wrap="square" lIns="292550" tIns="292550" rIns="292550" bIns="29255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97440" y="1424080"/>
            <a:ext cx="27265800" cy="1832700"/>
          </a:xfrm>
          <a:prstGeom prst="rect">
            <a:avLst/>
          </a:prstGeom>
          <a:noFill/>
          <a:ln>
            <a:noFill/>
          </a:ln>
        </p:spPr>
        <p:txBody>
          <a:bodyPr spcFirstLastPara="1" wrap="square" lIns="292550" tIns="292550" rIns="292550" bIns="292550" anchor="t" anchorCtr="0">
            <a:normAutofit/>
          </a:bodyPr>
          <a:lstStyle>
            <a:lvl1pPr lvl="0">
              <a:spcBef>
                <a:spcPts val="0"/>
              </a:spcBef>
              <a:spcAft>
                <a:spcPts val="0"/>
              </a:spcAft>
              <a:buClr>
                <a:schemeClr val="dk1"/>
              </a:buClr>
              <a:buSzPts val="9000"/>
              <a:buNone/>
              <a:defRPr sz="9000">
                <a:solidFill>
                  <a:schemeClr val="dk1"/>
                </a:solidFill>
              </a:defRPr>
            </a:lvl1pPr>
            <a:lvl2pPr lvl="1">
              <a:spcBef>
                <a:spcPts val="0"/>
              </a:spcBef>
              <a:spcAft>
                <a:spcPts val="0"/>
              </a:spcAft>
              <a:buClr>
                <a:schemeClr val="dk1"/>
              </a:buClr>
              <a:buSzPts val="9000"/>
              <a:buNone/>
              <a:defRPr sz="9000">
                <a:solidFill>
                  <a:schemeClr val="dk1"/>
                </a:solidFill>
              </a:defRPr>
            </a:lvl2pPr>
            <a:lvl3pPr lvl="2">
              <a:spcBef>
                <a:spcPts val="0"/>
              </a:spcBef>
              <a:spcAft>
                <a:spcPts val="0"/>
              </a:spcAft>
              <a:buClr>
                <a:schemeClr val="dk1"/>
              </a:buClr>
              <a:buSzPts val="9000"/>
              <a:buNone/>
              <a:defRPr sz="9000">
                <a:solidFill>
                  <a:schemeClr val="dk1"/>
                </a:solidFill>
              </a:defRPr>
            </a:lvl3pPr>
            <a:lvl4pPr lvl="3">
              <a:spcBef>
                <a:spcPts val="0"/>
              </a:spcBef>
              <a:spcAft>
                <a:spcPts val="0"/>
              </a:spcAft>
              <a:buClr>
                <a:schemeClr val="dk1"/>
              </a:buClr>
              <a:buSzPts val="9000"/>
              <a:buNone/>
              <a:defRPr sz="9000">
                <a:solidFill>
                  <a:schemeClr val="dk1"/>
                </a:solidFill>
              </a:defRPr>
            </a:lvl4pPr>
            <a:lvl5pPr lvl="4">
              <a:spcBef>
                <a:spcPts val="0"/>
              </a:spcBef>
              <a:spcAft>
                <a:spcPts val="0"/>
              </a:spcAft>
              <a:buClr>
                <a:schemeClr val="dk1"/>
              </a:buClr>
              <a:buSzPts val="9000"/>
              <a:buNone/>
              <a:defRPr sz="9000">
                <a:solidFill>
                  <a:schemeClr val="dk1"/>
                </a:solidFill>
              </a:defRPr>
            </a:lvl5pPr>
            <a:lvl6pPr lvl="5">
              <a:spcBef>
                <a:spcPts val="0"/>
              </a:spcBef>
              <a:spcAft>
                <a:spcPts val="0"/>
              </a:spcAft>
              <a:buClr>
                <a:schemeClr val="dk1"/>
              </a:buClr>
              <a:buSzPts val="9000"/>
              <a:buNone/>
              <a:defRPr sz="9000">
                <a:solidFill>
                  <a:schemeClr val="dk1"/>
                </a:solidFill>
              </a:defRPr>
            </a:lvl6pPr>
            <a:lvl7pPr lvl="6">
              <a:spcBef>
                <a:spcPts val="0"/>
              </a:spcBef>
              <a:spcAft>
                <a:spcPts val="0"/>
              </a:spcAft>
              <a:buClr>
                <a:schemeClr val="dk1"/>
              </a:buClr>
              <a:buSzPts val="9000"/>
              <a:buNone/>
              <a:defRPr sz="9000">
                <a:solidFill>
                  <a:schemeClr val="dk1"/>
                </a:solidFill>
              </a:defRPr>
            </a:lvl7pPr>
            <a:lvl8pPr lvl="7">
              <a:spcBef>
                <a:spcPts val="0"/>
              </a:spcBef>
              <a:spcAft>
                <a:spcPts val="0"/>
              </a:spcAft>
              <a:buClr>
                <a:schemeClr val="dk1"/>
              </a:buClr>
              <a:buSzPts val="9000"/>
              <a:buNone/>
              <a:defRPr sz="9000">
                <a:solidFill>
                  <a:schemeClr val="dk1"/>
                </a:solidFill>
              </a:defRPr>
            </a:lvl8pPr>
            <a:lvl9pPr lvl="8">
              <a:spcBef>
                <a:spcPts val="0"/>
              </a:spcBef>
              <a:spcAft>
                <a:spcPts val="0"/>
              </a:spcAft>
              <a:buClr>
                <a:schemeClr val="dk1"/>
              </a:buClr>
              <a:buSzPts val="9000"/>
              <a:buNone/>
              <a:defRPr sz="9000">
                <a:solidFill>
                  <a:schemeClr val="dk1"/>
                </a:solidFill>
              </a:defRPr>
            </a:lvl9pPr>
          </a:lstStyle>
          <a:p>
            <a:endParaRPr/>
          </a:p>
        </p:txBody>
      </p:sp>
      <p:sp>
        <p:nvSpPr>
          <p:cNvPr id="7" name="Google Shape;7;p1"/>
          <p:cNvSpPr txBox="1">
            <a:spLocks noGrp="1"/>
          </p:cNvSpPr>
          <p:nvPr>
            <p:ph type="body" idx="1"/>
          </p:nvPr>
        </p:nvSpPr>
        <p:spPr>
          <a:xfrm>
            <a:off x="997440" y="3687920"/>
            <a:ext cx="27265800" cy="10932600"/>
          </a:xfrm>
          <a:prstGeom prst="rect">
            <a:avLst/>
          </a:prstGeom>
          <a:noFill/>
          <a:ln>
            <a:noFill/>
          </a:ln>
        </p:spPr>
        <p:txBody>
          <a:bodyPr spcFirstLastPara="1" wrap="square" lIns="292550" tIns="292550" rIns="292550" bIns="292550" anchor="t" anchorCtr="0">
            <a:normAutofit/>
          </a:bodyPr>
          <a:lstStyle>
            <a:lvl1pPr marL="457200" lvl="0" indent="-596900">
              <a:lnSpc>
                <a:spcPct val="115000"/>
              </a:lnSpc>
              <a:spcBef>
                <a:spcPts val="0"/>
              </a:spcBef>
              <a:spcAft>
                <a:spcPts val="0"/>
              </a:spcAft>
              <a:buClr>
                <a:schemeClr val="dk2"/>
              </a:buClr>
              <a:buSzPts val="5800"/>
              <a:buChar char="●"/>
              <a:defRPr sz="5800">
                <a:solidFill>
                  <a:schemeClr val="dk2"/>
                </a:solidFill>
              </a:defRPr>
            </a:lvl1pPr>
            <a:lvl2pPr marL="914400" lvl="1" indent="-514350">
              <a:lnSpc>
                <a:spcPct val="115000"/>
              </a:lnSpc>
              <a:spcBef>
                <a:spcPts val="0"/>
              </a:spcBef>
              <a:spcAft>
                <a:spcPts val="0"/>
              </a:spcAft>
              <a:buClr>
                <a:schemeClr val="dk2"/>
              </a:buClr>
              <a:buSzPts val="4500"/>
              <a:buChar char="○"/>
              <a:defRPr sz="4500">
                <a:solidFill>
                  <a:schemeClr val="dk2"/>
                </a:solidFill>
              </a:defRPr>
            </a:lvl2pPr>
            <a:lvl3pPr marL="1371600" lvl="2" indent="-514350">
              <a:lnSpc>
                <a:spcPct val="115000"/>
              </a:lnSpc>
              <a:spcBef>
                <a:spcPts val="0"/>
              </a:spcBef>
              <a:spcAft>
                <a:spcPts val="0"/>
              </a:spcAft>
              <a:buClr>
                <a:schemeClr val="dk2"/>
              </a:buClr>
              <a:buSzPts val="4500"/>
              <a:buChar char="■"/>
              <a:defRPr sz="4500">
                <a:solidFill>
                  <a:schemeClr val="dk2"/>
                </a:solidFill>
              </a:defRPr>
            </a:lvl3pPr>
            <a:lvl4pPr marL="1828800" lvl="3" indent="-514350">
              <a:lnSpc>
                <a:spcPct val="115000"/>
              </a:lnSpc>
              <a:spcBef>
                <a:spcPts val="0"/>
              </a:spcBef>
              <a:spcAft>
                <a:spcPts val="0"/>
              </a:spcAft>
              <a:buClr>
                <a:schemeClr val="dk2"/>
              </a:buClr>
              <a:buSzPts val="4500"/>
              <a:buChar char="●"/>
              <a:defRPr sz="4500">
                <a:solidFill>
                  <a:schemeClr val="dk2"/>
                </a:solidFill>
              </a:defRPr>
            </a:lvl4pPr>
            <a:lvl5pPr marL="2286000" lvl="4" indent="-514350">
              <a:lnSpc>
                <a:spcPct val="115000"/>
              </a:lnSpc>
              <a:spcBef>
                <a:spcPts val="0"/>
              </a:spcBef>
              <a:spcAft>
                <a:spcPts val="0"/>
              </a:spcAft>
              <a:buClr>
                <a:schemeClr val="dk2"/>
              </a:buClr>
              <a:buSzPts val="4500"/>
              <a:buChar char="○"/>
              <a:defRPr sz="4500">
                <a:solidFill>
                  <a:schemeClr val="dk2"/>
                </a:solidFill>
              </a:defRPr>
            </a:lvl5pPr>
            <a:lvl6pPr marL="2743200" lvl="5" indent="-514350">
              <a:lnSpc>
                <a:spcPct val="115000"/>
              </a:lnSpc>
              <a:spcBef>
                <a:spcPts val="0"/>
              </a:spcBef>
              <a:spcAft>
                <a:spcPts val="0"/>
              </a:spcAft>
              <a:buClr>
                <a:schemeClr val="dk2"/>
              </a:buClr>
              <a:buSzPts val="4500"/>
              <a:buChar char="■"/>
              <a:defRPr sz="4500">
                <a:solidFill>
                  <a:schemeClr val="dk2"/>
                </a:solidFill>
              </a:defRPr>
            </a:lvl6pPr>
            <a:lvl7pPr marL="3200400" lvl="6" indent="-514350">
              <a:lnSpc>
                <a:spcPct val="115000"/>
              </a:lnSpc>
              <a:spcBef>
                <a:spcPts val="0"/>
              </a:spcBef>
              <a:spcAft>
                <a:spcPts val="0"/>
              </a:spcAft>
              <a:buClr>
                <a:schemeClr val="dk2"/>
              </a:buClr>
              <a:buSzPts val="4500"/>
              <a:buChar char="●"/>
              <a:defRPr sz="4500">
                <a:solidFill>
                  <a:schemeClr val="dk2"/>
                </a:solidFill>
              </a:defRPr>
            </a:lvl7pPr>
            <a:lvl8pPr marL="3657600" lvl="7" indent="-514350">
              <a:lnSpc>
                <a:spcPct val="115000"/>
              </a:lnSpc>
              <a:spcBef>
                <a:spcPts val="0"/>
              </a:spcBef>
              <a:spcAft>
                <a:spcPts val="0"/>
              </a:spcAft>
              <a:buClr>
                <a:schemeClr val="dk2"/>
              </a:buClr>
              <a:buSzPts val="4500"/>
              <a:buChar char="○"/>
              <a:defRPr sz="4500">
                <a:solidFill>
                  <a:schemeClr val="dk2"/>
                </a:solidFill>
              </a:defRPr>
            </a:lvl8pPr>
            <a:lvl9pPr marL="4114800" lvl="8" indent="-514350">
              <a:lnSpc>
                <a:spcPct val="115000"/>
              </a:lnSpc>
              <a:spcBef>
                <a:spcPts val="0"/>
              </a:spcBef>
              <a:spcAft>
                <a:spcPts val="0"/>
              </a:spcAft>
              <a:buClr>
                <a:schemeClr val="dk2"/>
              </a:buClr>
              <a:buSzPts val="4500"/>
              <a:buChar char="■"/>
              <a:defRPr sz="4500">
                <a:solidFill>
                  <a:schemeClr val="dk2"/>
                </a:solidFill>
              </a:defRPr>
            </a:lvl9pPr>
          </a:lstStyle>
          <a:p>
            <a:endParaRPr/>
          </a:p>
        </p:txBody>
      </p:sp>
      <p:sp>
        <p:nvSpPr>
          <p:cNvPr id="8" name="Google Shape;8;p1"/>
          <p:cNvSpPr txBox="1">
            <a:spLocks noGrp="1"/>
          </p:cNvSpPr>
          <p:nvPr>
            <p:ph type="sldNum" idx="12"/>
          </p:nvPr>
        </p:nvSpPr>
        <p:spPr>
          <a:xfrm>
            <a:off x="27111865" y="14922294"/>
            <a:ext cx="1755900" cy="1259400"/>
          </a:xfrm>
          <a:prstGeom prst="rect">
            <a:avLst/>
          </a:prstGeom>
          <a:noFill/>
          <a:ln>
            <a:noFill/>
          </a:ln>
        </p:spPr>
        <p:txBody>
          <a:bodyPr spcFirstLastPara="1" wrap="square" lIns="292550" tIns="292550" rIns="292550" bIns="292550" anchor="ctr" anchorCtr="0">
            <a:normAutofit/>
          </a:bodyPr>
          <a:lstStyle>
            <a:lvl1pPr lvl="0" algn="r">
              <a:buNone/>
              <a:defRPr sz="3200">
                <a:solidFill>
                  <a:schemeClr val="dk2"/>
                </a:solidFill>
              </a:defRPr>
            </a:lvl1pPr>
            <a:lvl2pPr lvl="1" algn="r">
              <a:buNone/>
              <a:defRPr sz="3200">
                <a:solidFill>
                  <a:schemeClr val="dk2"/>
                </a:solidFill>
              </a:defRPr>
            </a:lvl2pPr>
            <a:lvl3pPr lvl="2" algn="r">
              <a:buNone/>
              <a:defRPr sz="3200">
                <a:solidFill>
                  <a:schemeClr val="dk2"/>
                </a:solidFill>
              </a:defRPr>
            </a:lvl3pPr>
            <a:lvl4pPr lvl="3" algn="r">
              <a:buNone/>
              <a:defRPr sz="3200">
                <a:solidFill>
                  <a:schemeClr val="dk2"/>
                </a:solidFill>
              </a:defRPr>
            </a:lvl4pPr>
            <a:lvl5pPr lvl="4" algn="r">
              <a:buNone/>
              <a:defRPr sz="3200">
                <a:solidFill>
                  <a:schemeClr val="dk2"/>
                </a:solidFill>
              </a:defRPr>
            </a:lvl5pPr>
            <a:lvl6pPr lvl="5" algn="r">
              <a:buNone/>
              <a:defRPr sz="3200">
                <a:solidFill>
                  <a:schemeClr val="dk2"/>
                </a:solidFill>
              </a:defRPr>
            </a:lvl6pPr>
            <a:lvl7pPr lvl="6" algn="r">
              <a:buNone/>
              <a:defRPr sz="3200">
                <a:solidFill>
                  <a:schemeClr val="dk2"/>
                </a:solidFill>
              </a:defRPr>
            </a:lvl7pPr>
            <a:lvl8pPr lvl="7" algn="r">
              <a:buNone/>
              <a:defRPr sz="3200">
                <a:solidFill>
                  <a:schemeClr val="dk2"/>
                </a:solidFill>
              </a:defRPr>
            </a:lvl8pPr>
            <a:lvl9pPr lvl="8" algn="r">
              <a:buNone/>
              <a:defRPr sz="32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63836CDE-BF1C-82CF-B87D-D4FFB064D235}"/>
            </a:ext>
          </a:extLst>
        </p:cNvPr>
        <p:cNvGrpSpPr/>
        <p:nvPr/>
      </p:nvGrpSpPr>
      <p:grpSpPr>
        <a:xfrm>
          <a:off x="0" y="0"/>
          <a:ext cx="0" cy="0"/>
          <a:chOff x="0" y="0"/>
          <a:chExt cx="0" cy="0"/>
        </a:xfrm>
      </p:grpSpPr>
      <p:sp>
        <p:nvSpPr>
          <p:cNvPr id="21" name="Google Shape;54;p13">
            <a:extLst>
              <a:ext uri="{FF2B5EF4-FFF2-40B4-BE49-F238E27FC236}">
                <a16:creationId xmlns:a16="http://schemas.microsoft.com/office/drawing/2014/main" id="{87B97FD6-80FC-E9B2-2179-78E36E79F769}"/>
              </a:ext>
            </a:extLst>
          </p:cNvPr>
          <p:cNvSpPr/>
          <p:nvPr/>
        </p:nvSpPr>
        <p:spPr>
          <a:xfrm>
            <a:off x="457200" y="457200"/>
            <a:ext cx="28346400" cy="2286000"/>
          </a:xfrm>
          <a:prstGeom prst="roundRect">
            <a:avLst>
              <a:gd name="adj" fmla="val 6500"/>
            </a:avLst>
          </a:prstGeom>
          <a:solidFill>
            <a:srgbClr val="E6E6E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5;p13">
            <a:extLst>
              <a:ext uri="{FF2B5EF4-FFF2-40B4-BE49-F238E27FC236}">
                <a16:creationId xmlns:a16="http://schemas.microsoft.com/office/drawing/2014/main" id="{54C56995-0A8F-6B71-5EBF-A15A11784AAC}"/>
              </a:ext>
            </a:extLst>
          </p:cNvPr>
          <p:cNvSpPr txBox="1"/>
          <p:nvPr/>
        </p:nvSpPr>
        <p:spPr>
          <a:xfrm>
            <a:off x="3749250" y="665800"/>
            <a:ext cx="21762300" cy="923299"/>
          </a:xfrm>
          <a:prstGeom prst="rect">
            <a:avLst/>
          </a:prstGeom>
          <a:noFill/>
          <a:ln>
            <a:noFill/>
          </a:ln>
        </p:spPr>
        <p:txBody>
          <a:bodyPr spcFirstLastPara="1" wrap="square" lIns="91425" tIns="91425" rIns="91425" bIns="91425" anchor="t" anchorCtr="0">
            <a:spAutoFit/>
          </a:bodyPr>
          <a:lstStyle/>
          <a:p>
            <a:pPr algn="ctr"/>
            <a:r>
              <a:rPr lang="en-US" sz="4800" b="1" dirty="0"/>
              <a:t>Surface Water and Drinking Water Contaminants in Kansas</a:t>
            </a:r>
            <a:endParaRPr lang="en-US" sz="4800" dirty="0"/>
          </a:p>
        </p:txBody>
      </p:sp>
      <p:pic>
        <p:nvPicPr>
          <p:cNvPr id="23" name="Google Shape;56;p13">
            <a:extLst>
              <a:ext uri="{FF2B5EF4-FFF2-40B4-BE49-F238E27FC236}">
                <a16:creationId xmlns:a16="http://schemas.microsoft.com/office/drawing/2014/main" id="{512B2EC6-F9B7-DB21-F27F-63F701E9EC24}"/>
              </a:ext>
            </a:extLst>
          </p:cNvPr>
          <p:cNvPicPr preferRelativeResize="0"/>
          <p:nvPr/>
        </p:nvPicPr>
        <p:blipFill>
          <a:blip r:embed="rId3">
            <a:alphaModFix/>
          </a:blip>
          <a:stretch>
            <a:fillRect/>
          </a:stretch>
        </p:blipFill>
        <p:spPr>
          <a:xfrm>
            <a:off x="1189600" y="1079700"/>
            <a:ext cx="3360525" cy="1277225"/>
          </a:xfrm>
          <a:prstGeom prst="rect">
            <a:avLst/>
          </a:prstGeom>
          <a:noFill/>
          <a:ln>
            <a:noFill/>
          </a:ln>
        </p:spPr>
      </p:pic>
      <p:pic>
        <p:nvPicPr>
          <p:cNvPr id="24" name="Google Shape;57;p13">
            <a:extLst>
              <a:ext uri="{FF2B5EF4-FFF2-40B4-BE49-F238E27FC236}">
                <a16:creationId xmlns:a16="http://schemas.microsoft.com/office/drawing/2014/main" id="{70A42B18-2360-9989-990B-15DEE4F2F08C}"/>
              </a:ext>
            </a:extLst>
          </p:cNvPr>
          <p:cNvPicPr preferRelativeResize="0"/>
          <p:nvPr/>
        </p:nvPicPr>
        <p:blipFill>
          <a:blip r:embed="rId4">
            <a:alphaModFix/>
          </a:blip>
          <a:stretch>
            <a:fillRect/>
          </a:stretch>
        </p:blipFill>
        <p:spPr>
          <a:xfrm>
            <a:off x="23762550" y="546300"/>
            <a:ext cx="4613448" cy="2031899"/>
          </a:xfrm>
          <a:prstGeom prst="rect">
            <a:avLst/>
          </a:prstGeom>
          <a:noFill/>
          <a:ln>
            <a:noFill/>
          </a:ln>
        </p:spPr>
      </p:pic>
      <p:sp>
        <p:nvSpPr>
          <p:cNvPr id="25" name="Google Shape;58;p13">
            <a:extLst>
              <a:ext uri="{FF2B5EF4-FFF2-40B4-BE49-F238E27FC236}">
                <a16:creationId xmlns:a16="http://schemas.microsoft.com/office/drawing/2014/main" id="{A6E14BA6-64C8-9B70-BF65-5B8B0A9346BD}"/>
              </a:ext>
            </a:extLst>
          </p:cNvPr>
          <p:cNvSpPr txBox="1"/>
          <p:nvPr/>
        </p:nvSpPr>
        <p:spPr>
          <a:xfrm>
            <a:off x="3587875" y="1788861"/>
            <a:ext cx="21762300" cy="738633"/>
          </a:xfrm>
          <a:prstGeom prst="rect">
            <a:avLst/>
          </a:prstGeom>
          <a:noFill/>
          <a:ln>
            <a:noFill/>
          </a:ln>
        </p:spPr>
        <p:txBody>
          <a:bodyPr spcFirstLastPara="1" wrap="square" lIns="91425" tIns="91425" rIns="91425" bIns="91425" anchor="t" anchorCtr="0">
            <a:spAutoFit/>
          </a:bodyPr>
          <a:lstStyle/>
          <a:p>
            <a:pPr lvl="0" algn="ctr"/>
            <a:r>
              <a:rPr lang="en-US" sz="3600" dirty="0"/>
              <a:t>Team 10, Wichita State University - CS 896 – Data Science Capstone</a:t>
            </a:r>
            <a:endParaRPr sz="3600" dirty="0">
              <a:latin typeface="Outfit"/>
              <a:ea typeface="Outfit"/>
              <a:cs typeface="Outfit"/>
              <a:sym typeface="Outfit"/>
            </a:endParaRPr>
          </a:p>
        </p:txBody>
      </p:sp>
      <p:sp>
        <p:nvSpPr>
          <p:cNvPr id="26" name="Google Shape;59;p13">
            <a:extLst>
              <a:ext uri="{FF2B5EF4-FFF2-40B4-BE49-F238E27FC236}">
                <a16:creationId xmlns:a16="http://schemas.microsoft.com/office/drawing/2014/main" id="{83ADC6EB-1481-C6B1-20CD-CEE26090F129}"/>
              </a:ext>
            </a:extLst>
          </p:cNvPr>
          <p:cNvSpPr/>
          <p:nvPr/>
        </p:nvSpPr>
        <p:spPr>
          <a:xfrm>
            <a:off x="457200" y="2942962"/>
            <a:ext cx="9144000" cy="13059038"/>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0;p13">
            <a:extLst>
              <a:ext uri="{FF2B5EF4-FFF2-40B4-BE49-F238E27FC236}">
                <a16:creationId xmlns:a16="http://schemas.microsoft.com/office/drawing/2014/main" id="{563FA4C0-D729-FF7B-B37D-A41C1F31AA3C}"/>
              </a:ext>
            </a:extLst>
          </p:cNvPr>
          <p:cNvSpPr/>
          <p:nvPr/>
        </p:nvSpPr>
        <p:spPr>
          <a:xfrm>
            <a:off x="10058400" y="2951800"/>
            <a:ext cx="9144000" cy="13050200"/>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lang="en-US" dirty="0"/>
          </a:p>
        </p:txBody>
      </p:sp>
      <p:sp>
        <p:nvSpPr>
          <p:cNvPr id="28" name="Google Shape;61;p13">
            <a:extLst>
              <a:ext uri="{FF2B5EF4-FFF2-40B4-BE49-F238E27FC236}">
                <a16:creationId xmlns:a16="http://schemas.microsoft.com/office/drawing/2014/main" id="{2C0C446A-7437-21A1-DA5D-49F1DF244111}"/>
              </a:ext>
            </a:extLst>
          </p:cNvPr>
          <p:cNvSpPr/>
          <p:nvPr/>
        </p:nvSpPr>
        <p:spPr>
          <a:xfrm>
            <a:off x="19659600" y="2942962"/>
            <a:ext cx="9144000" cy="13059038"/>
          </a:xfrm>
          <a:prstGeom prst="roundRect">
            <a:avLst>
              <a:gd name="adj" fmla="val 1786"/>
            </a:avLst>
          </a:prstGeom>
          <a:solidFill>
            <a:srgbClr val="F6F6F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2;p13">
            <a:extLst>
              <a:ext uri="{FF2B5EF4-FFF2-40B4-BE49-F238E27FC236}">
                <a16:creationId xmlns:a16="http://schemas.microsoft.com/office/drawing/2014/main" id="{183CF371-FDCA-7AC4-8514-2A16F5AC25D9}"/>
              </a:ext>
            </a:extLst>
          </p:cNvPr>
          <p:cNvSpPr txBox="1"/>
          <p:nvPr/>
        </p:nvSpPr>
        <p:spPr>
          <a:xfrm>
            <a:off x="685800" y="3961760"/>
            <a:ext cx="8686800" cy="5410840"/>
          </a:xfrm>
          <a:prstGeom prst="rect">
            <a:avLst/>
          </a:prstGeom>
          <a:noFill/>
          <a:ln>
            <a:noFill/>
          </a:ln>
        </p:spPr>
        <p:txBody>
          <a:bodyPr spcFirstLastPara="1" wrap="square" lIns="91425" tIns="91425" rIns="91425" bIns="91425" anchor="t" anchorCtr="0">
            <a:noAutofit/>
          </a:bodyPr>
          <a:lstStyle/>
          <a:p>
            <a:r>
              <a:rPr lang="en-US" sz="2400" dirty="0"/>
              <a:t>This project analyzes water quality conditions in Kansas to understand how contamination in surface water may affect community drinking water systems. The project was developed in collaboration with the Kansas Data Science Consortium (KDSC) and community partner ARISE.</a:t>
            </a:r>
          </a:p>
          <a:p>
            <a:r>
              <a:rPr lang="en-US" sz="2400" dirty="0"/>
              <a:t>The main goal is to identify important contaminants in drinking water and examine whether similar patterns appear in surface water data. Due to missing geographic identifiers in the drinking water dataset, a direct linkage between surface water and drinking water systems was not possible.</a:t>
            </a:r>
          </a:p>
          <a:p>
            <a:r>
              <a:rPr lang="en-US" sz="2400" dirty="0"/>
              <a:t>Instead, the project focuses on two components:</a:t>
            </a:r>
          </a:p>
          <a:p>
            <a:pPr marL="342900" indent="-342900">
              <a:buFont typeface="Arial" panose="020B0604020202020204" pitchFamily="34" charset="0"/>
              <a:buChar char="•"/>
            </a:pPr>
            <a:r>
              <a:rPr lang="en-US" sz="2400" dirty="0"/>
              <a:t>Statistical analysis of drinking water contaminants </a:t>
            </a:r>
          </a:p>
          <a:p>
            <a:pPr marL="342900" indent="-342900">
              <a:buFont typeface="Arial" panose="020B0604020202020204" pitchFamily="34" charset="0"/>
              <a:buChar char="•"/>
            </a:pPr>
            <a:r>
              <a:rPr lang="en-US" sz="2400" dirty="0"/>
              <a:t>Spatial and temporal analysis of surface water measurements</a:t>
            </a:r>
          </a:p>
        </p:txBody>
      </p:sp>
      <p:sp>
        <p:nvSpPr>
          <p:cNvPr id="30" name="Google Shape;63;p13">
            <a:extLst>
              <a:ext uri="{FF2B5EF4-FFF2-40B4-BE49-F238E27FC236}">
                <a16:creationId xmlns:a16="http://schemas.microsoft.com/office/drawing/2014/main" id="{ED0A4CA4-D6D8-D76C-9A12-29B43C05C9D8}"/>
              </a:ext>
            </a:extLst>
          </p:cNvPr>
          <p:cNvSpPr txBox="1"/>
          <p:nvPr/>
        </p:nvSpPr>
        <p:spPr>
          <a:xfrm>
            <a:off x="685800" y="2990661"/>
            <a:ext cx="8686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dirty="0">
                <a:latin typeface="Outfit SemiBold"/>
                <a:ea typeface="Outfit SemiBold"/>
                <a:cs typeface="Outfit SemiBold"/>
                <a:sym typeface="Outfit SemiBold"/>
              </a:rPr>
              <a:t>Introduction</a:t>
            </a:r>
            <a:endParaRPr sz="4800" dirty="0">
              <a:latin typeface="Outfit SemiBold"/>
              <a:ea typeface="Outfit SemiBold"/>
              <a:cs typeface="Outfit SemiBold"/>
              <a:sym typeface="Outfit SemiBold"/>
            </a:endParaRPr>
          </a:p>
        </p:txBody>
      </p:sp>
      <p:sp>
        <p:nvSpPr>
          <p:cNvPr id="31" name="Google Shape;64;p13">
            <a:extLst>
              <a:ext uri="{FF2B5EF4-FFF2-40B4-BE49-F238E27FC236}">
                <a16:creationId xmlns:a16="http://schemas.microsoft.com/office/drawing/2014/main" id="{09A194D4-20BE-1785-6D9D-64F4E9786C5B}"/>
              </a:ext>
            </a:extLst>
          </p:cNvPr>
          <p:cNvSpPr txBox="1"/>
          <p:nvPr/>
        </p:nvSpPr>
        <p:spPr>
          <a:xfrm>
            <a:off x="685800" y="9372600"/>
            <a:ext cx="8686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dirty="0">
                <a:latin typeface="Outfit SemiBold"/>
                <a:ea typeface="Outfit SemiBold"/>
                <a:cs typeface="Outfit SemiBold"/>
                <a:sym typeface="Outfit SemiBold"/>
              </a:rPr>
              <a:t>Data Source &amp; Preparation</a:t>
            </a:r>
            <a:endParaRPr sz="4800" dirty="0">
              <a:latin typeface="Outfit SemiBold"/>
              <a:ea typeface="Outfit SemiBold"/>
              <a:cs typeface="Outfit SemiBold"/>
              <a:sym typeface="Outfit SemiBold"/>
            </a:endParaRPr>
          </a:p>
        </p:txBody>
      </p:sp>
      <p:sp>
        <p:nvSpPr>
          <p:cNvPr id="33" name="Google Shape;65;p13">
            <a:extLst>
              <a:ext uri="{FF2B5EF4-FFF2-40B4-BE49-F238E27FC236}">
                <a16:creationId xmlns:a16="http://schemas.microsoft.com/office/drawing/2014/main" id="{E59584AC-E517-A47A-9C89-354FE56CDFB0}"/>
              </a:ext>
            </a:extLst>
          </p:cNvPr>
          <p:cNvSpPr txBox="1"/>
          <p:nvPr/>
        </p:nvSpPr>
        <p:spPr>
          <a:xfrm>
            <a:off x="10394437" y="2942962"/>
            <a:ext cx="8490099" cy="9232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dirty="0">
                <a:latin typeface="Outfit SemiBold"/>
                <a:ea typeface="Outfit SemiBold"/>
                <a:cs typeface="Outfit SemiBold"/>
                <a:sym typeface="Outfit SemiBold"/>
              </a:rPr>
              <a:t>Results</a:t>
            </a:r>
            <a:endParaRPr sz="4800" dirty="0">
              <a:latin typeface="Outfit SemiBold"/>
              <a:ea typeface="Outfit SemiBold"/>
              <a:cs typeface="Outfit SemiBold"/>
              <a:sym typeface="Outfit SemiBold"/>
            </a:endParaRPr>
          </a:p>
        </p:txBody>
      </p:sp>
      <p:sp>
        <p:nvSpPr>
          <p:cNvPr id="34" name="Google Shape;66;p13">
            <a:extLst>
              <a:ext uri="{FF2B5EF4-FFF2-40B4-BE49-F238E27FC236}">
                <a16:creationId xmlns:a16="http://schemas.microsoft.com/office/drawing/2014/main" id="{A9AC4D57-8018-02F6-D19A-26321CDBFC0F}"/>
              </a:ext>
            </a:extLst>
          </p:cNvPr>
          <p:cNvSpPr txBox="1"/>
          <p:nvPr/>
        </p:nvSpPr>
        <p:spPr>
          <a:xfrm>
            <a:off x="19888200" y="10114973"/>
            <a:ext cx="8662032" cy="9232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800" dirty="0">
                <a:latin typeface="Outfit SemiBold"/>
                <a:ea typeface="Outfit SemiBold"/>
                <a:cs typeface="Outfit SemiBold"/>
                <a:sym typeface="Outfit SemiBold"/>
              </a:rPr>
              <a:t>Discussion</a:t>
            </a:r>
            <a:endParaRPr sz="4800" dirty="0">
              <a:latin typeface="Outfit SemiBold"/>
              <a:ea typeface="Outfit SemiBold"/>
              <a:cs typeface="Outfit SemiBold"/>
              <a:sym typeface="Outfit SemiBold"/>
            </a:endParaRPr>
          </a:p>
        </p:txBody>
      </p:sp>
      <p:sp>
        <p:nvSpPr>
          <p:cNvPr id="35" name="Google Shape;67;p13">
            <a:extLst>
              <a:ext uri="{FF2B5EF4-FFF2-40B4-BE49-F238E27FC236}">
                <a16:creationId xmlns:a16="http://schemas.microsoft.com/office/drawing/2014/main" id="{872A60E1-D69E-EDF5-4B79-F532384A1F3B}"/>
              </a:ext>
            </a:extLst>
          </p:cNvPr>
          <p:cNvSpPr txBox="1"/>
          <p:nvPr/>
        </p:nvSpPr>
        <p:spPr>
          <a:xfrm>
            <a:off x="685800" y="10287000"/>
            <a:ext cx="8686800" cy="5486400"/>
          </a:xfrm>
          <a:prstGeom prst="rect">
            <a:avLst/>
          </a:prstGeom>
          <a:noFill/>
          <a:ln>
            <a:noFill/>
          </a:ln>
        </p:spPr>
        <p:txBody>
          <a:bodyPr spcFirstLastPara="1" wrap="square" lIns="91425" tIns="91425" rIns="91425" bIns="91425" anchor="t" anchorCtr="0">
            <a:noAutofit/>
          </a:bodyPr>
          <a:lstStyle/>
          <a:p>
            <a:r>
              <a:rPr lang="en-US" sz="2400" dirty="0"/>
              <a:t>Two datasets were used:</a:t>
            </a:r>
          </a:p>
          <a:p>
            <a:r>
              <a:rPr lang="en-US" sz="2400" b="1" dirty="0"/>
              <a:t>Drinking Water Dataset (CCR)</a:t>
            </a:r>
            <a:r>
              <a:rPr lang="en-US" sz="2400" dirty="0"/>
              <a:t> </a:t>
            </a:r>
          </a:p>
          <a:p>
            <a:pPr marL="342900" lvl="1" indent="-342900">
              <a:buFont typeface="Arial" panose="020B0604020202020204" pitchFamily="34" charset="0"/>
              <a:buChar char="•"/>
            </a:pPr>
            <a:r>
              <a:rPr lang="en-US" sz="2400" dirty="0"/>
              <a:t>Municipal water system reports </a:t>
            </a:r>
          </a:p>
          <a:p>
            <a:pPr marL="342900" lvl="1" indent="-342900">
              <a:buFont typeface="Arial" panose="020B0604020202020204" pitchFamily="34" charset="0"/>
              <a:buChar char="•"/>
            </a:pPr>
            <a:r>
              <a:rPr lang="en-US" sz="2400" dirty="0"/>
              <a:t>Cleaned and standardized to ppb </a:t>
            </a:r>
          </a:p>
          <a:p>
            <a:pPr marL="342900" lvl="1" indent="-342900">
              <a:buFont typeface="Arial" panose="020B0604020202020204" pitchFamily="34" charset="0"/>
              <a:buChar char="•"/>
            </a:pPr>
            <a:r>
              <a:rPr lang="en-US" sz="2400" dirty="0"/>
              <a:t>Non-numeric values (e.g., “&lt;0.5”, “ND”) converted </a:t>
            </a:r>
          </a:p>
          <a:p>
            <a:r>
              <a:rPr lang="en-US" sz="2400" b="1" dirty="0"/>
              <a:t>Surface Water Dataset (WQP)</a:t>
            </a:r>
            <a:r>
              <a:rPr lang="en-US" sz="2400" dirty="0"/>
              <a:t> </a:t>
            </a:r>
          </a:p>
          <a:p>
            <a:pPr marL="342900" lvl="1" indent="-342900">
              <a:buFont typeface="Arial" panose="020B0604020202020204" pitchFamily="34" charset="0"/>
              <a:buChar char="•"/>
            </a:pPr>
            <a:r>
              <a:rPr lang="en-US" sz="2400" dirty="0"/>
              <a:t>Water Quality Portal data </a:t>
            </a:r>
          </a:p>
          <a:p>
            <a:pPr marL="342900" lvl="1" indent="-342900">
              <a:buFont typeface="Arial" panose="020B0604020202020204" pitchFamily="34" charset="0"/>
              <a:buChar char="•"/>
            </a:pPr>
            <a:r>
              <a:rPr lang="en-US" sz="2400" dirty="0"/>
              <a:t>Includes latitude and longitude </a:t>
            </a:r>
          </a:p>
          <a:p>
            <a:pPr marL="342900" lvl="1" indent="-342900">
              <a:buFont typeface="Arial" panose="020B0604020202020204" pitchFamily="34" charset="0"/>
              <a:buChar char="•"/>
            </a:pPr>
            <a:r>
              <a:rPr lang="en-US" sz="2400" dirty="0"/>
              <a:t>Cleaned by removing missing values and converting numeric fields </a:t>
            </a:r>
          </a:p>
          <a:p>
            <a:r>
              <a:rPr lang="en-US" sz="2400" dirty="0"/>
              <a:t>Final datasets:</a:t>
            </a:r>
          </a:p>
          <a:p>
            <a:r>
              <a:rPr lang="en-US" sz="2400" dirty="0"/>
              <a:t>Drinking water: ~16,000 observations </a:t>
            </a:r>
          </a:p>
          <a:p>
            <a:r>
              <a:rPr lang="en-US" sz="2400" dirty="0"/>
              <a:t>Surface water: ~17,000 observations across ~164 locations</a:t>
            </a:r>
          </a:p>
        </p:txBody>
      </p:sp>
      <p:sp>
        <p:nvSpPr>
          <p:cNvPr id="36" name="Google Shape;68;p13">
            <a:extLst>
              <a:ext uri="{FF2B5EF4-FFF2-40B4-BE49-F238E27FC236}">
                <a16:creationId xmlns:a16="http://schemas.microsoft.com/office/drawing/2014/main" id="{6BD0AE48-7C05-AE48-AB27-0A5562C5338D}"/>
              </a:ext>
            </a:extLst>
          </p:cNvPr>
          <p:cNvSpPr txBox="1"/>
          <p:nvPr/>
        </p:nvSpPr>
        <p:spPr>
          <a:xfrm>
            <a:off x="19977464" y="11002912"/>
            <a:ext cx="8597536" cy="4790487"/>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2400" dirty="0"/>
              <a:t>The results show that contaminant behavior varies across substances, with nitrate standing out as the most significant contaminant in drinking water.</a:t>
            </a:r>
          </a:p>
          <a:p>
            <a:pPr marL="342900" indent="-342900">
              <a:buFont typeface="Arial" panose="020B0604020202020204" pitchFamily="34" charset="0"/>
              <a:buChar char="•"/>
            </a:pPr>
            <a:r>
              <a:rPr lang="en-US" sz="2400" dirty="0"/>
              <a:t>Surface water analysis indicates that nitrate-related measurements are distributed across multiple locations and fluctuate over time, suggesting that contamination is not concentrated in a single hotspot.</a:t>
            </a:r>
          </a:p>
          <a:p>
            <a:pPr marL="342900" indent="-342900">
              <a:buFont typeface="Arial" panose="020B0604020202020204" pitchFamily="34" charset="0"/>
              <a:buChar char="•"/>
            </a:pPr>
            <a:r>
              <a:rPr lang="en-US" sz="2400" dirty="0"/>
              <a:t>A key limitation of the project is the lack of geographic identifiers in the drinking water dataset, which prevents direct linkage with surface water monitoring sites.</a:t>
            </a:r>
          </a:p>
          <a:p>
            <a:pPr marL="342900" indent="-342900">
              <a:buFont typeface="Arial" panose="020B0604020202020204" pitchFamily="34" charset="0"/>
              <a:buChar char="•"/>
            </a:pPr>
            <a:r>
              <a:rPr lang="en-US" sz="2400" dirty="0"/>
              <a:t>Future work could include integrating watershed data or obtaining linked datasets to better understand how surface water impacts drinking water systems.</a:t>
            </a:r>
          </a:p>
        </p:txBody>
      </p:sp>
      <p:sp>
        <p:nvSpPr>
          <p:cNvPr id="39" name="Google Shape;72;p13">
            <a:extLst>
              <a:ext uri="{FF2B5EF4-FFF2-40B4-BE49-F238E27FC236}">
                <a16:creationId xmlns:a16="http://schemas.microsoft.com/office/drawing/2014/main" id="{47114363-154E-2555-3167-3546E2A56D4C}"/>
              </a:ext>
            </a:extLst>
          </p:cNvPr>
          <p:cNvSpPr txBox="1"/>
          <p:nvPr/>
        </p:nvSpPr>
        <p:spPr>
          <a:xfrm>
            <a:off x="10287000" y="3747665"/>
            <a:ext cx="4512929" cy="8225013"/>
          </a:xfrm>
          <a:prstGeom prst="rect">
            <a:avLst/>
          </a:prstGeom>
          <a:noFill/>
          <a:ln>
            <a:noFill/>
          </a:ln>
        </p:spPr>
        <p:txBody>
          <a:bodyPr spcFirstLastPara="1" wrap="square" lIns="91425" tIns="91425" rIns="91425" bIns="91425" anchor="t" anchorCtr="0">
            <a:noAutofit/>
          </a:bodyPr>
          <a:lstStyle/>
          <a:p>
            <a:r>
              <a:rPr lang="en-US" sz="2800" b="1" dirty="0"/>
              <a:t>Drinking Water Analysis</a:t>
            </a:r>
          </a:p>
          <a:p>
            <a:endParaRPr lang="en-US" sz="2400" b="1" dirty="0"/>
          </a:p>
          <a:p>
            <a:pPr marL="342900" indent="-342900">
              <a:buFont typeface="Arial" panose="020B0604020202020204" pitchFamily="34" charset="0"/>
              <a:buChar char="•"/>
            </a:pPr>
            <a:r>
              <a:rPr lang="en-US" sz="2400" dirty="0"/>
              <a:t>Barium, Fluoride, Selenium, Nitrate, and Chromium are the most frequently reported contaminants in drinking water systems. </a:t>
            </a:r>
          </a:p>
          <a:p>
            <a:pPr marL="342900" indent="-342900">
              <a:buFont typeface="Arial" panose="020B0604020202020204" pitchFamily="34" charset="0"/>
              <a:buChar char="•"/>
            </a:pPr>
            <a:r>
              <a:rPr lang="en-US" sz="2400" dirty="0"/>
              <a:t>Among these, </a:t>
            </a:r>
            <a:r>
              <a:rPr lang="en-US" sz="2400" b="1" dirty="0"/>
              <a:t>Nitrate stands out clearly</a:t>
            </a:r>
            <a:r>
              <a:rPr lang="en-US" sz="2400" dirty="0"/>
              <a:t>, with concentration levels significantly higher than all other contaminants. </a:t>
            </a:r>
          </a:p>
          <a:p>
            <a:pPr marL="342900" indent="-342900">
              <a:buFont typeface="Arial" panose="020B0604020202020204" pitchFamily="34" charset="0"/>
              <a:buChar char="•"/>
            </a:pPr>
            <a:r>
              <a:rPr lang="en-US" sz="2400" dirty="0"/>
              <a:t>Nitrate concentrations show a noticeable increasing trend over time, rising from around </a:t>
            </a:r>
            <a:r>
              <a:rPr lang="en-US" sz="2400" b="1" dirty="0"/>
              <a:t>2800 ppb in 2019 to nearly 5000 ppb in 2024</a:t>
            </a:r>
            <a:r>
              <a:rPr lang="en-US" sz="2400" dirty="0"/>
              <a:t>. </a:t>
            </a:r>
          </a:p>
          <a:p>
            <a:pPr marL="342900" indent="-342900">
              <a:buFont typeface="Arial" panose="020B0604020202020204" pitchFamily="34" charset="0"/>
              <a:buChar char="•"/>
            </a:pPr>
            <a:r>
              <a:rPr lang="en-US" sz="2400" dirty="0"/>
              <a:t>Other contaminants such as Barium, Chromium, Fluoride, and Selenium remain relatively stable across years with only minor fluctuations.</a:t>
            </a:r>
          </a:p>
        </p:txBody>
      </p:sp>
      <p:sp>
        <p:nvSpPr>
          <p:cNvPr id="41" name="Google Shape;75;p13">
            <a:extLst>
              <a:ext uri="{FF2B5EF4-FFF2-40B4-BE49-F238E27FC236}">
                <a16:creationId xmlns:a16="http://schemas.microsoft.com/office/drawing/2014/main" id="{2BF39182-87C8-F2D9-ABDC-6CE2FCC16E4A}"/>
              </a:ext>
            </a:extLst>
          </p:cNvPr>
          <p:cNvSpPr txBox="1"/>
          <p:nvPr/>
        </p:nvSpPr>
        <p:spPr>
          <a:xfrm>
            <a:off x="10287000" y="11972678"/>
            <a:ext cx="8686800" cy="3820722"/>
          </a:xfrm>
          <a:prstGeom prst="rect">
            <a:avLst/>
          </a:prstGeom>
          <a:noFill/>
          <a:ln>
            <a:noFill/>
          </a:ln>
        </p:spPr>
        <p:txBody>
          <a:bodyPr spcFirstLastPara="1" wrap="square" lIns="91425" tIns="91425" rIns="91425" bIns="91425" anchor="t" anchorCtr="0">
            <a:noAutofit/>
          </a:bodyPr>
          <a:lstStyle/>
          <a:p>
            <a:r>
              <a:rPr lang="en-US" sz="2800" b="1" dirty="0"/>
              <a:t>Exceedance Analysis</a:t>
            </a:r>
          </a:p>
          <a:p>
            <a:pPr marL="342900" indent="-342900">
              <a:buFont typeface="Arial" panose="020B0604020202020204" pitchFamily="34" charset="0"/>
              <a:buChar char="•"/>
            </a:pPr>
            <a:r>
              <a:rPr lang="en-US" sz="2400" dirty="0"/>
              <a:t>Exceedance analysis shows that </a:t>
            </a:r>
            <a:r>
              <a:rPr lang="en-US" sz="2400" b="1" dirty="0"/>
              <a:t>Atrazine has the highest exceedance rate (~6%)</a:t>
            </a:r>
            <a:r>
              <a:rPr lang="en-US" sz="2400" dirty="0"/>
              <a:t>, followed by Nitrate (~3–4%). </a:t>
            </a:r>
          </a:p>
          <a:p>
            <a:pPr marL="342900" indent="-342900">
              <a:buFont typeface="Arial" panose="020B0604020202020204" pitchFamily="34" charset="0"/>
              <a:buChar char="•"/>
            </a:pPr>
            <a:r>
              <a:rPr lang="en-US" sz="2400" dirty="0"/>
              <a:t>Some contaminants initially appeared to have very high exceedance rates, but these were based on very small sample sizes. </a:t>
            </a:r>
          </a:p>
          <a:p>
            <a:pPr marL="342900" indent="-342900">
              <a:buFont typeface="Arial" panose="020B0604020202020204" pitchFamily="34" charset="0"/>
              <a:buChar char="•"/>
            </a:pPr>
            <a:r>
              <a:rPr lang="en-US" sz="2400" dirty="0"/>
              <a:t>After filtering for contaminants with sufficient observations, the results show that exceedance is </a:t>
            </a:r>
            <a:r>
              <a:rPr lang="en-US" sz="2400" b="1" dirty="0"/>
              <a:t>not solely driven by high concentration levels</a:t>
            </a:r>
            <a:r>
              <a:rPr lang="en-US" sz="2400" dirty="0"/>
              <a:t>, but also by regulatory thresholds and variability.</a:t>
            </a:r>
          </a:p>
        </p:txBody>
      </p:sp>
      <p:sp>
        <p:nvSpPr>
          <p:cNvPr id="43" name="Google Shape;77;p13">
            <a:extLst>
              <a:ext uri="{FF2B5EF4-FFF2-40B4-BE49-F238E27FC236}">
                <a16:creationId xmlns:a16="http://schemas.microsoft.com/office/drawing/2014/main" id="{12534753-02E2-C1E8-E8EB-8583D656A710}"/>
              </a:ext>
            </a:extLst>
          </p:cNvPr>
          <p:cNvSpPr txBox="1"/>
          <p:nvPr/>
        </p:nvSpPr>
        <p:spPr>
          <a:xfrm>
            <a:off x="19977464" y="7171890"/>
            <a:ext cx="8662032" cy="3115109"/>
          </a:xfrm>
          <a:prstGeom prst="rect">
            <a:avLst/>
          </a:prstGeom>
          <a:noFill/>
          <a:ln>
            <a:noFill/>
          </a:ln>
        </p:spPr>
        <p:txBody>
          <a:bodyPr spcFirstLastPara="1" wrap="square" lIns="91425" tIns="91425" rIns="91425" bIns="91425" anchor="t" anchorCtr="0">
            <a:noAutofit/>
          </a:bodyPr>
          <a:lstStyle/>
          <a:p>
            <a:pPr marL="342900" indent="-342900">
              <a:buFont typeface="Arial" panose="020B0604020202020204" pitchFamily="34" charset="0"/>
              <a:buChar char="•"/>
            </a:pPr>
            <a:r>
              <a:rPr lang="en-US" sz="2400" dirty="0"/>
              <a:t>Nitrate-related surface water measurements show </a:t>
            </a:r>
            <a:r>
              <a:rPr lang="en-US" sz="2400" b="1" dirty="0"/>
              <a:t>clear variation across locations</a:t>
            </a:r>
            <a:r>
              <a:rPr lang="en-US" sz="2400" dirty="0"/>
              <a:t>, with no single dominant hotspot. </a:t>
            </a:r>
          </a:p>
          <a:p>
            <a:pPr marL="342900" indent="-342900">
              <a:buFont typeface="Arial" panose="020B0604020202020204" pitchFamily="34" charset="0"/>
              <a:buChar char="•"/>
            </a:pPr>
            <a:r>
              <a:rPr lang="en-US" sz="2400" dirty="0"/>
              <a:t>Temporal analysis shows that nitrate-related values fluctuate over time: </a:t>
            </a:r>
          </a:p>
          <a:p>
            <a:pPr marL="342900" lvl="3" indent="-342900">
              <a:buFont typeface="Arial" panose="020B0604020202020204" pitchFamily="34" charset="0"/>
              <a:buChar char="•"/>
            </a:pPr>
            <a:r>
              <a:rPr lang="en-US" sz="2400" dirty="0"/>
              <a:t>Lowest observed around </a:t>
            </a:r>
            <a:r>
              <a:rPr lang="en-US" sz="2400" b="1" dirty="0"/>
              <a:t>2021 (~0.86)</a:t>
            </a:r>
            <a:r>
              <a:rPr lang="en-US" sz="2400" dirty="0"/>
              <a:t> </a:t>
            </a:r>
          </a:p>
          <a:p>
            <a:pPr marL="342900" lvl="3" indent="-342900">
              <a:buFont typeface="Arial" panose="020B0604020202020204" pitchFamily="34" charset="0"/>
              <a:buChar char="•"/>
            </a:pPr>
            <a:r>
              <a:rPr lang="en-US" sz="2400" dirty="0"/>
              <a:t>Peak around </a:t>
            </a:r>
            <a:r>
              <a:rPr lang="en-US" sz="2400" b="1" dirty="0"/>
              <a:t>2022 (~1.75)</a:t>
            </a:r>
            <a:r>
              <a:rPr lang="en-US" sz="2400" dirty="0"/>
              <a:t> </a:t>
            </a:r>
          </a:p>
          <a:p>
            <a:pPr marL="342900" lvl="3" indent="-342900">
              <a:buFont typeface="Arial" panose="020B0604020202020204" pitchFamily="34" charset="0"/>
              <a:buChar char="•"/>
            </a:pPr>
            <a:r>
              <a:rPr lang="en-US" sz="2400" dirty="0"/>
              <a:t>Moderate levels in other years</a:t>
            </a:r>
          </a:p>
        </p:txBody>
      </p:sp>
      <p:pic>
        <p:nvPicPr>
          <p:cNvPr id="2" name="Picture 1">
            <a:extLst>
              <a:ext uri="{FF2B5EF4-FFF2-40B4-BE49-F238E27FC236}">
                <a16:creationId xmlns:a16="http://schemas.microsoft.com/office/drawing/2014/main" id="{D297D468-7D00-2E78-E4E0-6C8D0AC2E8CC}"/>
              </a:ext>
            </a:extLst>
          </p:cNvPr>
          <p:cNvPicPr>
            <a:picLocks noChangeAspect="1"/>
          </p:cNvPicPr>
          <p:nvPr/>
        </p:nvPicPr>
        <p:blipFill>
          <a:blip r:embed="rId5"/>
          <a:stretch>
            <a:fillRect/>
          </a:stretch>
        </p:blipFill>
        <p:spPr>
          <a:xfrm>
            <a:off x="14857581" y="3234278"/>
            <a:ext cx="4230785" cy="3012690"/>
          </a:xfrm>
          <a:prstGeom prst="rect">
            <a:avLst/>
          </a:prstGeom>
        </p:spPr>
      </p:pic>
      <p:pic>
        <p:nvPicPr>
          <p:cNvPr id="3" name="Picture 2">
            <a:extLst>
              <a:ext uri="{FF2B5EF4-FFF2-40B4-BE49-F238E27FC236}">
                <a16:creationId xmlns:a16="http://schemas.microsoft.com/office/drawing/2014/main" id="{BC9140BA-FC06-B4FD-D012-76FEE3E38B85}"/>
              </a:ext>
            </a:extLst>
          </p:cNvPr>
          <p:cNvPicPr>
            <a:picLocks noChangeAspect="1"/>
          </p:cNvPicPr>
          <p:nvPr/>
        </p:nvPicPr>
        <p:blipFill>
          <a:blip r:embed="rId6"/>
          <a:stretch>
            <a:fillRect/>
          </a:stretch>
        </p:blipFill>
        <p:spPr>
          <a:xfrm>
            <a:off x="14847377" y="6417017"/>
            <a:ext cx="4265759" cy="2706071"/>
          </a:xfrm>
          <a:prstGeom prst="rect">
            <a:avLst/>
          </a:prstGeom>
        </p:spPr>
      </p:pic>
      <p:pic>
        <p:nvPicPr>
          <p:cNvPr id="4" name="Picture 3">
            <a:extLst>
              <a:ext uri="{FF2B5EF4-FFF2-40B4-BE49-F238E27FC236}">
                <a16:creationId xmlns:a16="http://schemas.microsoft.com/office/drawing/2014/main" id="{F75196B1-93AD-9216-3B6A-1CCAF829EDF9}"/>
              </a:ext>
            </a:extLst>
          </p:cNvPr>
          <p:cNvPicPr>
            <a:picLocks noChangeAspect="1"/>
          </p:cNvPicPr>
          <p:nvPr/>
        </p:nvPicPr>
        <p:blipFill>
          <a:blip r:embed="rId7"/>
          <a:stretch>
            <a:fillRect/>
          </a:stretch>
        </p:blipFill>
        <p:spPr>
          <a:xfrm>
            <a:off x="24572468" y="3102124"/>
            <a:ext cx="4169471" cy="3895720"/>
          </a:xfrm>
          <a:prstGeom prst="rect">
            <a:avLst/>
          </a:prstGeom>
        </p:spPr>
      </p:pic>
      <p:pic>
        <p:nvPicPr>
          <p:cNvPr id="5" name="Picture 4">
            <a:extLst>
              <a:ext uri="{FF2B5EF4-FFF2-40B4-BE49-F238E27FC236}">
                <a16:creationId xmlns:a16="http://schemas.microsoft.com/office/drawing/2014/main" id="{A502D1DF-2EB1-8223-A2A4-C6FABCB05B31}"/>
              </a:ext>
            </a:extLst>
          </p:cNvPr>
          <p:cNvPicPr>
            <a:picLocks noChangeAspect="1"/>
          </p:cNvPicPr>
          <p:nvPr/>
        </p:nvPicPr>
        <p:blipFill>
          <a:blip r:embed="rId8"/>
          <a:stretch>
            <a:fillRect/>
          </a:stretch>
        </p:blipFill>
        <p:spPr>
          <a:xfrm>
            <a:off x="14857581" y="9293137"/>
            <a:ext cx="4280323" cy="2918740"/>
          </a:xfrm>
          <a:prstGeom prst="rect">
            <a:avLst/>
          </a:prstGeom>
        </p:spPr>
      </p:pic>
      <p:sp>
        <p:nvSpPr>
          <p:cNvPr id="6" name="Google Shape;77;p13">
            <a:extLst>
              <a:ext uri="{FF2B5EF4-FFF2-40B4-BE49-F238E27FC236}">
                <a16:creationId xmlns:a16="http://schemas.microsoft.com/office/drawing/2014/main" id="{494940DF-34B7-4A8E-A773-EF96F3C74BF7}"/>
              </a:ext>
            </a:extLst>
          </p:cNvPr>
          <p:cNvSpPr txBox="1"/>
          <p:nvPr/>
        </p:nvSpPr>
        <p:spPr>
          <a:xfrm>
            <a:off x="19888200" y="3234278"/>
            <a:ext cx="4631071" cy="3763566"/>
          </a:xfrm>
          <a:prstGeom prst="rect">
            <a:avLst/>
          </a:prstGeom>
          <a:noFill/>
          <a:ln>
            <a:noFill/>
          </a:ln>
        </p:spPr>
        <p:txBody>
          <a:bodyPr spcFirstLastPara="1" wrap="square" lIns="91425" tIns="91425" rIns="91425" bIns="91425" anchor="t" anchorCtr="0">
            <a:noAutofit/>
          </a:bodyPr>
          <a:lstStyle/>
          <a:p>
            <a:r>
              <a:rPr lang="en-US" sz="2800" b="1" dirty="0"/>
              <a:t>Surface Water Analysis</a:t>
            </a:r>
          </a:p>
          <a:p>
            <a:endParaRPr lang="en-US" sz="2400" b="1" dirty="0"/>
          </a:p>
          <a:p>
            <a:pPr marL="342900" indent="-342900">
              <a:buFont typeface="Arial" panose="020B0604020202020204" pitchFamily="34" charset="0"/>
              <a:buChar char="•"/>
            </a:pPr>
            <a:r>
              <a:rPr lang="en-US" sz="2400" dirty="0"/>
              <a:t>Surface water monitoring locations are distributed across Kansas, covering approximately </a:t>
            </a:r>
            <a:r>
              <a:rPr lang="en-US" sz="2400" b="1" dirty="0"/>
              <a:t>164 unique monitoring sites</a:t>
            </a:r>
            <a:r>
              <a:rPr lang="en-US" sz="2400" dirty="0"/>
              <a:t>.</a:t>
            </a:r>
          </a:p>
          <a:p>
            <a:pPr marL="342900" indent="-342900">
              <a:buFont typeface="Arial" panose="020B0604020202020204" pitchFamily="34" charset="0"/>
              <a:buChar char="•"/>
            </a:pPr>
            <a:r>
              <a:rPr lang="en-US" sz="2400" dirty="0"/>
              <a:t>This spatial distribution allows for geographic exploration of water quality patterns. </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379108795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09fade3-7ae3-4c16-95c6-44be66091293">
      <Terms xmlns="http://schemas.microsoft.com/office/infopath/2007/PartnerControls"/>
    </lcf76f155ced4ddcb4097134ff3c332f>
    <TaxCatchAll xmlns="fac34b18-9f34-48f9-ae20-e50aab687cd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842EA8C972DF0428D9BF2D3EE5B47C9" ma:contentTypeVersion="14" ma:contentTypeDescription="Create a new document." ma:contentTypeScope="" ma:versionID="362d8029c541d82e383bc9b7141cd79c">
  <xsd:schema xmlns:xsd="http://www.w3.org/2001/XMLSchema" xmlns:xs="http://www.w3.org/2001/XMLSchema" xmlns:p="http://schemas.microsoft.com/office/2006/metadata/properties" xmlns:ns2="d09fade3-7ae3-4c16-95c6-44be66091293" xmlns:ns3="fac34b18-9f34-48f9-ae20-e50aab687cd3" targetNamespace="http://schemas.microsoft.com/office/2006/metadata/properties" ma:root="true" ma:fieldsID="5dfcefd6c56a26a82b6032b5799e9163" ns2:_="" ns3:_="">
    <xsd:import namespace="d09fade3-7ae3-4c16-95c6-44be66091293"/>
    <xsd:import namespace="fac34b18-9f34-48f9-ae20-e50aab687cd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9fade3-7ae3-4c16-95c6-44be660912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5c2c5899-478d-4689-af14-80570c5f1ccc"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ac34b18-9f34-48f9-ae20-e50aab687cd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95788537-dc54-4f2b-8045-8533c49c440d}" ma:internalName="TaxCatchAll" ma:showField="CatchAllData" ma:web="fac34b18-9f34-48f9-ae20-e50aab687cd3">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612BE7-F2BD-4DBB-A430-8B68D80B4BC3}">
  <ds:schemaRefs>
    <ds:schemaRef ds:uri="http://schemas.microsoft.com/office/2006/metadata/properties"/>
    <ds:schemaRef ds:uri="http://schemas.microsoft.com/office/infopath/2007/PartnerControls"/>
    <ds:schemaRef ds:uri="d09fade3-7ae3-4c16-95c6-44be66091293"/>
    <ds:schemaRef ds:uri="fac34b18-9f34-48f9-ae20-e50aab687cd3"/>
  </ds:schemaRefs>
</ds:datastoreItem>
</file>

<file path=customXml/itemProps2.xml><?xml version="1.0" encoding="utf-8"?>
<ds:datastoreItem xmlns:ds="http://schemas.openxmlformats.org/officeDocument/2006/customXml" ds:itemID="{55DA1141-F048-43BB-9B88-17E7514C5D3C}">
  <ds:schemaRefs>
    <ds:schemaRef ds:uri="http://schemas.microsoft.com/sharepoint/v3/contenttype/forms"/>
  </ds:schemaRefs>
</ds:datastoreItem>
</file>

<file path=customXml/itemProps3.xml><?xml version="1.0" encoding="utf-8"?>
<ds:datastoreItem xmlns:ds="http://schemas.openxmlformats.org/officeDocument/2006/customXml" ds:itemID="{0AE8DD8A-840F-4B27-BE45-97490C2324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09fade3-7ae3-4c16-95c6-44be66091293"/>
    <ds:schemaRef ds:uri="fac34b18-9f34-48f9-ae20-e50aab687c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563</TotalTime>
  <Words>552</Words>
  <Application>Microsoft Macintosh PowerPoint</Application>
  <PresentationFormat>Custom</PresentationFormat>
  <Paragraphs>46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Outfit SemiBold</vt:lpstr>
      <vt:lpstr>Outfit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Yalla, Satya Sai Venkata Sri Harsha</cp:lastModifiedBy>
  <cp:revision>11</cp:revision>
  <dcterms:modified xsi:type="dcterms:W3CDTF">2026-04-16T16:19:20Z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0x010100D842EA8C972DF0428D9BF2D3EE5B47C9</vt:lpwstr>
  </property>
</Properties>
</file>