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59" r:id="rId4"/>
  </p:sldMasterIdLst>
  <p:notesMasterIdLst>
    <p:notesMasterId r:id="rId6"/>
  </p:notesMasterIdLst>
  <p:sldIdLst>
    <p:sldId id="259" r:id="rId5"/>
  </p:sldIdLst>
  <p:sldSz cx="29260800" cy="16459200"/>
  <p:notesSz cx="6858000" cy="9144000"/>
  <p:embeddedFontLst>
    <p:embeddedFont>
      <p:font typeface="Outfit SemiBold" pitchFamily="2" charset="0"/>
      <p:regular r:id="rId7"/>
      <p:bold r:id="rId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184">
          <p15:clr>
            <a:srgbClr val="747775"/>
          </p15:clr>
        </p15:guide>
        <p15:guide id="2" pos="921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52"/>
    <p:restoredTop sz="94626"/>
  </p:normalViewPr>
  <p:slideViewPr>
    <p:cSldViewPr snapToGrid="0">
      <p:cViewPr varScale="1">
        <p:scale>
          <a:sx n="50" d="100"/>
          <a:sy n="50" d="100"/>
        </p:scale>
        <p:origin x="712" y="184"/>
      </p:cViewPr>
      <p:guideLst>
        <p:guide orient="horz" pos="5184"/>
        <p:guide pos="92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3" Type="http://schemas.openxmlformats.org/officeDocument/2006/relationships/customXml" Target="../customXml/item3.xml"/><Relationship Id="rId7" Type="http://schemas.openxmlformats.org/officeDocument/2006/relationships/font" Target="fonts/font1.fntdata"/><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BB61329A-9ED4-3D80-BA17-44E31A77362C}"/>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CB1D2397-8371-8F40-B900-CE955084A9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7EE0FE0A-3C40-FE02-69AE-0F11609EFA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344336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997467" y="2382640"/>
            <a:ext cx="27265800" cy="6568200"/>
          </a:xfrm>
          <a:prstGeom prst="rect">
            <a:avLst/>
          </a:prstGeom>
        </p:spPr>
        <p:txBody>
          <a:bodyPr spcFirstLastPara="1" wrap="square" lIns="292550" tIns="292550" rIns="292550" bIns="292550" anchor="b" anchorCtr="0">
            <a:normAutofit/>
          </a:bodyPr>
          <a:lstStyle>
            <a:lvl1pPr lvl="0" algn="ctr">
              <a:spcBef>
                <a:spcPts val="0"/>
              </a:spcBef>
              <a:spcAft>
                <a:spcPts val="0"/>
              </a:spcAft>
              <a:buSzPts val="16600"/>
              <a:buNone/>
              <a:defRPr sz="16600"/>
            </a:lvl1pPr>
            <a:lvl2pPr lvl="1" algn="ctr">
              <a:spcBef>
                <a:spcPts val="0"/>
              </a:spcBef>
              <a:spcAft>
                <a:spcPts val="0"/>
              </a:spcAft>
              <a:buSzPts val="16600"/>
              <a:buNone/>
              <a:defRPr sz="16600"/>
            </a:lvl2pPr>
            <a:lvl3pPr lvl="2" algn="ctr">
              <a:spcBef>
                <a:spcPts val="0"/>
              </a:spcBef>
              <a:spcAft>
                <a:spcPts val="0"/>
              </a:spcAft>
              <a:buSzPts val="16600"/>
              <a:buNone/>
              <a:defRPr sz="16600"/>
            </a:lvl3pPr>
            <a:lvl4pPr lvl="3" algn="ctr">
              <a:spcBef>
                <a:spcPts val="0"/>
              </a:spcBef>
              <a:spcAft>
                <a:spcPts val="0"/>
              </a:spcAft>
              <a:buSzPts val="16600"/>
              <a:buNone/>
              <a:defRPr sz="16600"/>
            </a:lvl4pPr>
            <a:lvl5pPr lvl="4" algn="ctr">
              <a:spcBef>
                <a:spcPts val="0"/>
              </a:spcBef>
              <a:spcAft>
                <a:spcPts val="0"/>
              </a:spcAft>
              <a:buSzPts val="16600"/>
              <a:buNone/>
              <a:defRPr sz="16600"/>
            </a:lvl5pPr>
            <a:lvl6pPr lvl="5" algn="ctr">
              <a:spcBef>
                <a:spcPts val="0"/>
              </a:spcBef>
              <a:spcAft>
                <a:spcPts val="0"/>
              </a:spcAft>
              <a:buSzPts val="16600"/>
              <a:buNone/>
              <a:defRPr sz="16600"/>
            </a:lvl6pPr>
            <a:lvl7pPr lvl="6" algn="ctr">
              <a:spcBef>
                <a:spcPts val="0"/>
              </a:spcBef>
              <a:spcAft>
                <a:spcPts val="0"/>
              </a:spcAft>
              <a:buSzPts val="16600"/>
              <a:buNone/>
              <a:defRPr sz="16600"/>
            </a:lvl7pPr>
            <a:lvl8pPr lvl="7" algn="ctr">
              <a:spcBef>
                <a:spcPts val="0"/>
              </a:spcBef>
              <a:spcAft>
                <a:spcPts val="0"/>
              </a:spcAft>
              <a:buSzPts val="16600"/>
              <a:buNone/>
              <a:defRPr sz="16600"/>
            </a:lvl8pPr>
            <a:lvl9pPr lvl="8" algn="ctr">
              <a:spcBef>
                <a:spcPts val="0"/>
              </a:spcBef>
              <a:spcAft>
                <a:spcPts val="0"/>
              </a:spcAft>
              <a:buSzPts val="16600"/>
              <a:buNone/>
              <a:defRPr sz="16600"/>
            </a:lvl9pPr>
          </a:lstStyle>
          <a:p>
            <a:endParaRPr/>
          </a:p>
        </p:txBody>
      </p:sp>
      <p:sp>
        <p:nvSpPr>
          <p:cNvPr id="11" name="Google Shape;11;p2"/>
          <p:cNvSpPr txBox="1">
            <a:spLocks noGrp="1"/>
          </p:cNvSpPr>
          <p:nvPr>
            <p:ph type="subTitle" idx="1"/>
          </p:nvPr>
        </p:nvSpPr>
        <p:spPr>
          <a:xfrm>
            <a:off x="997440" y="9069200"/>
            <a:ext cx="27265800" cy="2536200"/>
          </a:xfrm>
          <a:prstGeom prst="rect">
            <a:avLst/>
          </a:prstGeom>
        </p:spPr>
        <p:txBody>
          <a:bodyPr spcFirstLastPara="1" wrap="square" lIns="292550" tIns="292550" rIns="292550" bIns="292550" anchor="t" anchorCtr="0">
            <a:normAutofit/>
          </a:bodyPr>
          <a:lstStyle>
            <a:lvl1pPr lvl="0" algn="ctr">
              <a:lnSpc>
                <a:spcPct val="100000"/>
              </a:lnSpc>
              <a:spcBef>
                <a:spcPts val="0"/>
              </a:spcBef>
              <a:spcAft>
                <a:spcPts val="0"/>
              </a:spcAft>
              <a:buSzPts val="9000"/>
              <a:buNone/>
              <a:defRPr sz="9000"/>
            </a:lvl1pPr>
            <a:lvl2pPr lvl="1" algn="ctr">
              <a:lnSpc>
                <a:spcPct val="100000"/>
              </a:lnSpc>
              <a:spcBef>
                <a:spcPts val="0"/>
              </a:spcBef>
              <a:spcAft>
                <a:spcPts val="0"/>
              </a:spcAft>
              <a:buSzPts val="9000"/>
              <a:buNone/>
              <a:defRPr sz="9000"/>
            </a:lvl2pPr>
            <a:lvl3pPr lvl="2" algn="ctr">
              <a:lnSpc>
                <a:spcPct val="100000"/>
              </a:lnSpc>
              <a:spcBef>
                <a:spcPts val="0"/>
              </a:spcBef>
              <a:spcAft>
                <a:spcPts val="0"/>
              </a:spcAft>
              <a:buSzPts val="9000"/>
              <a:buNone/>
              <a:defRPr sz="9000"/>
            </a:lvl3pPr>
            <a:lvl4pPr lvl="3" algn="ctr">
              <a:lnSpc>
                <a:spcPct val="100000"/>
              </a:lnSpc>
              <a:spcBef>
                <a:spcPts val="0"/>
              </a:spcBef>
              <a:spcAft>
                <a:spcPts val="0"/>
              </a:spcAft>
              <a:buSzPts val="9000"/>
              <a:buNone/>
              <a:defRPr sz="9000"/>
            </a:lvl4pPr>
            <a:lvl5pPr lvl="4" algn="ctr">
              <a:lnSpc>
                <a:spcPct val="100000"/>
              </a:lnSpc>
              <a:spcBef>
                <a:spcPts val="0"/>
              </a:spcBef>
              <a:spcAft>
                <a:spcPts val="0"/>
              </a:spcAft>
              <a:buSzPts val="9000"/>
              <a:buNone/>
              <a:defRPr sz="9000"/>
            </a:lvl5pPr>
            <a:lvl6pPr lvl="5" algn="ctr">
              <a:lnSpc>
                <a:spcPct val="100000"/>
              </a:lnSpc>
              <a:spcBef>
                <a:spcPts val="0"/>
              </a:spcBef>
              <a:spcAft>
                <a:spcPts val="0"/>
              </a:spcAft>
              <a:buSzPts val="9000"/>
              <a:buNone/>
              <a:defRPr sz="9000"/>
            </a:lvl6pPr>
            <a:lvl7pPr lvl="6" algn="ctr">
              <a:lnSpc>
                <a:spcPct val="100000"/>
              </a:lnSpc>
              <a:spcBef>
                <a:spcPts val="0"/>
              </a:spcBef>
              <a:spcAft>
                <a:spcPts val="0"/>
              </a:spcAft>
              <a:buSzPts val="9000"/>
              <a:buNone/>
              <a:defRPr sz="9000"/>
            </a:lvl7pPr>
            <a:lvl8pPr lvl="7" algn="ctr">
              <a:lnSpc>
                <a:spcPct val="100000"/>
              </a:lnSpc>
              <a:spcBef>
                <a:spcPts val="0"/>
              </a:spcBef>
              <a:spcAft>
                <a:spcPts val="0"/>
              </a:spcAft>
              <a:buSzPts val="9000"/>
              <a:buNone/>
              <a:defRPr sz="9000"/>
            </a:lvl8pPr>
            <a:lvl9pPr lvl="8" algn="ctr">
              <a:lnSpc>
                <a:spcPct val="100000"/>
              </a:lnSpc>
              <a:spcBef>
                <a:spcPts val="0"/>
              </a:spcBef>
              <a:spcAft>
                <a:spcPts val="0"/>
              </a:spcAft>
              <a:buSzPts val="9000"/>
              <a:buNone/>
              <a:defRPr sz="9000"/>
            </a:lvl9pPr>
          </a:lstStyle>
          <a:p>
            <a:endParaRPr/>
          </a:p>
        </p:txBody>
      </p:sp>
      <p:sp>
        <p:nvSpPr>
          <p:cNvPr id="12" name="Google Shape;12;p2"/>
          <p:cNvSpPr txBox="1">
            <a:spLocks noGrp="1"/>
          </p:cNvSpPr>
          <p:nvPr>
            <p:ph type="sldNum" idx="12"/>
          </p:nvPr>
        </p:nvSpPr>
        <p:spPr>
          <a:xfrm>
            <a:off x="27111865" y="14922294"/>
            <a:ext cx="1755900" cy="12594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997440" y="6882720"/>
            <a:ext cx="27265800" cy="2693700"/>
          </a:xfrm>
          <a:prstGeom prst="rect">
            <a:avLst/>
          </a:prstGeom>
        </p:spPr>
        <p:txBody>
          <a:bodyPr spcFirstLastPara="1" wrap="square" lIns="292550" tIns="292550" rIns="292550" bIns="292550" anchor="ctr" anchorCtr="0">
            <a:normAutofit/>
          </a:bodyPr>
          <a:lstStyle>
            <a:lvl1pPr lvl="0" algn="ctr">
              <a:spcBef>
                <a:spcPts val="0"/>
              </a:spcBef>
              <a:spcAft>
                <a:spcPts val="0"/>
              </a:spcAft>
              <a:buSzPts val="11500"/>
              <a:buNone/>
              <a:defRPr sz="11500"/>
            </a:lvl1pPr>
            <a:lvl2pPr lvl="1" algn="ctr">
              <a:spcBef>
                <a:spcPts val="0"/>
              </a:spcBef>
              <a:spcAft>
                <a:spcPts val="0"/>
              </a:spcAft>
              <a:buSzPts val="11500"/>
              <a:buNone/>
              <a:defRPr sz="11500"/>
            </a:lvl2pPr>
            <a:lvl3pPr lvl="2" algn="ctr">
              <a:spcBef>
                <a:spcPts val="0"/>
              </a:spcBef>
              <a:spcAft>
                <a:spcPts val="0"/>
              </a:spcAft>
              <a:buSzPts val="11500"/>
              <a:buNone/>
              <a:defRPr sz="11500"/>
            </a:lvl3pPr>
            <a:lvl4pPr lvl="3" algn="ctr">
              <a:spcBef>
                <a:spcPts val="0"/>
              </a:spcBef>
              <a:spcAft>
                <a:spcPts val="0"/>
              </a:spcAft>
              <a:buSzPts val="11500"/>
              <a:buNone/>
              <a:defRPr sz="11500"/>
            </a:lvl4pPr>
            <a:lvl5pPr lvl="4" algn="ctr">
              <a:spcBef>
                <a:spcPts val="0"/>
              </a:spcBef>
              <a:spcAft>
                <a:spcPts val="0"/>
              </a:spcAft>
              <a:buSzPts val="11500"/>
              <a:buNone/>
              <a:defRPr sz="11500"/>
            </a:lvl5pPr>
            <a:lvl6pPr lvl="5" algn="ctr">
              <a:spcBef>
                <a:spcPts val="0"/>
              </a:spcBef>
              <a:spcAft>
                <a:spcPts val="0"/>
              </a:spcAft>
              <a:buSzPts val="11500"/>
              <a:buNone/>
              <a:defRPr sz="11500"/>
            </a:lvl6pPr>
            <a:lvl7pPr lvl="6" algn="ctr">
              <a:spcBef>
                <a:spcPts val="0"/>
              </a:spcBef>
              <a:spcAft>
                <a:spcPts val="0"/>
              </a:spcAft>
              <a:buSzPts val="11500"/>
              <a:buNone/>
              <a:defRPr sz="11500"/>
            </a:lvl7pPr>
            <a:lvl8pPr lvl="7" algn="ctr">
              <a:spcBef>
                <a:spcPts val="0"/>
              </a:spcBef>
              <a:spcAft>
                <a:spcPts val="0"/>
              </a:spcAft>
              <a:buSzPts val="11500"/>
              <a:buNone/>
              <a:defRPr sz="11500"/>
            </a:lvl8pPr>
            <a:lvl9pPr lvl="8" algn="ctr">
              <a:spcBef>
                <a:spcPts val="0"/>
              </a:spcBef>
              <a:spcAft>
                <a:spcPts val="0"/>
              </a:spcAft>
              <a:buSzPts val="11500"/>
              <a:buNone/>
              <a:defRPr sz="11500"/>
            </a:lvl9pPr>
          </a:lstStyle>
          <a:p>
            <a:endParaRPr/>
          </a:p>
        </p:txBody>
      </p:sp>
      <p:sp>
        <p:nvSpPr>
          <p:cNvPr id="15" name="Google Shape;15;p3"/>
          <p:cNvSpPr txBox="1">
            <a:spLocks noGrp="1"/>
          </p:cNvSpPr>
          <p:nvPr>
            <p:ph type="sldNum" idx="12"/>
          </p:nvPr>
        </p:nvSpPr>
        <p:spPr>
          <a:xfrm>
            <a:off x="27111865" y="14922294"/>
            <a:ext cx="1755900" cy="12594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997440" y="1424080"/>
            <a:ext cx="27265800" cy="1832700"/>
          </a:xfrm>
          <a:prstGeom prst="rect">
            <a:avLst/>
          </a:prstGeom>
        </p:spPr>
        <p:txBody>
          <a:bodyPr spcFirstLastPara="1" wrap="square" lIns="292550" tIns="292550" rIns="292550" bIns="292550" anchor="t" anchorCtr="0">
            <a:normAutofit/>
          </a:bodyPr>
          <a:lstStyle>
            <a:lvl1pPr lvl="0">
              <a:spcBef>
                <a:spcPts val="0"/>
              </a:spcBef>
              <a:spcAft>
                <a:spcPts val="0"/>
              </a:spcAft>
              <a:buSzPts val="9000"/>
              <a:buNone/>
              <a:defRPr/>
            </a:lvl1pPr>
            <a:lvl2pPr lvl="1">
              <a:spcBef>
                <a:spcPts val="0"/>
              </a:spcBef>
              <a:spcAft>
                <a:spcPts val="0"/>
              </a:spcAft>
              <a:buSzPts val="9000"/>
              <a:buNone/>
              <a:defRPr/>
            </a:lvl2pPr>
            <a:lvl3pPr lvl="2">
              <a:spcBef>
                <a:spcPts val="0"/>
              </a:spcBef>
              <a:spcAft>
                <a:spcPts val="0"/>
              </a:spcAft>
              <a:buSzPts val="9000"/>
              <a:buNone/>
              <a:defRPr/>
            </a:lvl3pPr>
            <a:lvl4pPr lvl="3">
              <a:spcBef>
                <a:spcPts val="0"/>
              </a:spcBef>
              <a:spcAft>
                <a:spcPts val="0"/>
              </a:spcAft>
              <a:buSzPts val="9000"/>
              <a:buNone/>
              <a:defRPr/>
            </a:lvl4pPr>
            <a:lvl5pPr lvl="4">
              <a:spcBef>
                <a:spcPts val="0"/>
              </a:spcBef>
              <a:spcAft>
                <a:spcPts val="0"/>
              </a:spcAft>
              <a:buSzPts val="9000"/>
              <a:buNone/>
              <a:defRPr/>
            </a:lvl5pPr>
            <a:lvl6pPr lvl="5">
              <a:spcBef>
                <a:spcPts val="0"/>
              </a:spcBef>
              <a:spcAft>
                <a:spcPts val="0"/>
              </a:spcAft>
              <a:buSzPts val="9000"/>
              <a:buNone/>
              <a:defRPr/>
            </a:lvl6pPr>
            <a:lvl7pPr lvl="6">
              <a:spcBef>
                <a:spcPts val="0"/>
              </a:spcBef>
              <a:spcAft>
                <a:spcPts val="0"/>
              </a:spcAft>
              <a:buSzPts val="9000"/>
              <a:buNone/>
              <a:defRPr/>
            </a:lvl7pPr>
            <a:lvl8pPr lvl="7">
              <a:spcBef>
                <a:spcPts val="0"/>
              </a:spcBef>
              <a:spcAft>
                <a:spcPts val="0"/>
              </a:spcAft>
              <a:buSzPts val="9000"/>
              <a:buNone/>
              <a:defRPr/>
            </a:lvl8pPr>
            <a:lvl9pPr lvl="8">
              <a:spcBef>
                <a:spcPts val="0"/>
              </a:spcBef>
              <a:spcAft>
                <a:spcPts val="0"/>
              </a:spcAft>
              <a:buSzPts val="9000"/>
              <a:buNone/>
              <a:defRPr/>
            </a:lvl9pPr>
          </a:lstStyle>
          <a:p>
            <a:endParaRPr/>
          </a:p>
        </p:txBody>
      </p:sp>
      <p:sp>
        <p:nvSpPr>
          <p:cNvPr id="18" name="Google Shape;18;p4"/>
          <p:cNvSpPr txBox="1">
            <a:spLocks noGrp="1"/>
          </p:cNvSpPr>
          <p:nvPr>
            <p:ph type="body" idx="1"/>
          </p:nvPr>
        </p:nvSpPr>
        <p:spPr>
          <a:xfrm>
            <a:off x="997440" y="3687920"/>
            <a:ext cx="27265800" cy="10932600"/>
          </a:xfrm>
          <a:prstGeom prst="rect">
            <a:avLst/>
          </a:prstGeom>
        </p:spPr>
        <p:txBody>
          <a:bodyPr spcFirstLastPara="1" wrap="square" lIns="292550" tIns="292550" rIns="292550" bIns="292550" anchor="t" anchorCtr="0">
            <a:normAutofit/>
          </a:bodyPr>
          <a:lstStyle>
            <a:lvl1pPr marL="457200" lvl="0" indent="-596900">
              <a:spcBef>
                <a:spcPts val="0"/>
              </a:spcBef>
              <a:spcAft>
                <a:spcPts val="0"/>
              </a:spcAft>
              <a:buSzPts val="5800"/>
              <a:buChar char="●"/>
              <a:defRPr/>
            </a:lvl1pPr>
            <a:lvl2pPr marL="914400" lvl="1" indent="-514350">
              <a:spcBef>
                <a:spcPts val="0"/>
              </a:spcBef>
              <a:spcAft>
                <a:spcPts val="0"/>
              </a:spcAft>
              <a:buSzPts val="4500"/>
              <a:buChar char="○"/>
              <a:defRPr/>
            </a:lvl2pPr>
            <a:lvl3pPr marL="1371600" lvl="2" indent="-514350">
              <a:spcBef>
                <a:spcPts val="0"/>
              </a:spcBef>
              <a:spcAft>
                <a:spcPts val="0"/>
              </a:spcAft>
              <a:buSzPts val="4500"/>
              <a:buChar char="■"/>
              <a:defRPr/>
            </a:lvl3pPr>
            <a:lvl4pPr marL="1828800" lvl="3" indent="-514350">
              <a:spcBef>
                <a:spcPts val="0"/>
              </a:spcBef>
              <a:spcAft>
                <a:spcPts val="0"/>
              </a:spcAft>
              <a:buSzPts val="4500"/>
              <a:buChar char="●"/>
              <a:defRPr/>
            </a:lvl4pPr>
            <a:lvl5pPr marL="2286000" lvl="4" indent="-514350">
              <a:spcBef>
                <a:spcPts val="0"/>
              </a:spcBef>
              <a:spcAft>
                <a:spcPts val="0"/>
              </a:spcAft>
              <a:buSzPts val="4500"/>
              <a:buChar char="○"/>
              <a:defRPr/>
            </a:lvl5pPr>
            <a:lvl6pPr marL="2743200" lvl="5" indent="-514350">
              <a:spcBef>
                <a:spcPts val="0"/>
              </a:spcBef>
              <a:spcAft>
                <a:spcPts val="0"/>
              </a:spcAft>
              <a:buSzPts val="4500"/>
              <a:buChar char="■"/>
              <a:defRPr/>
            </a:lvl6pPr>
            <a:lvl7pPr marL="3200400" lvl="6" indent="-514350">
              <a:spcBef>
                <a:spcPts val="0"/>
              </a:spcBef>
              <a:spcAft>
                <a:spcPts val="0"/>
              </a:spcAft>
              <a:buSzPts val="4500"/>
              <a:buChar char="●"/>
              <a:defRPr/>
            </a:lvl7pPr>
            <a:lvl8pPr marL="3657600" lvl="7" indent="-514350">
              <a:spcBef>
                <a:spcPts val="0"/>
              </a:spcBef>
              <a:spcAft>
                <a:spcPts val="0"/>
              </a:spcAft>
              <a:buSzPts val="4500"/>
              <a:buChar char="○"/>
              <a:defRPr/>
            </a:lvl8pPr>
            <a:lvl9pPr marL="4114800" lvl="8" indent="-514350">
              <a:spcBef>
                <a:spcPts val="0"/>
              </a:spcBef>
              <a:spcAft>
                <a:spcPts val="0"/>
              </a:spcAft>
              <a:buSzPts val="4500"/>
              <a:buChar char="■"/>
              <a:defRPr/>
            </a:lvl9pPr>
          </a:lstStyle>
          <a:p>
            <a:endParaRPr/>
          </a:p>
        </p:txBody>
      </p:sp>
      <p:sp>
        <p:nvSpPr>
          <p:cNvPr id="19" name="Google Shape;19;p4"/>
          <p:cNvSpPr txBox="1">
            <a:spLocks noGrp="1"/>
          </p:cNvSpPr>
          <p:nvPr>
            <p:ph type="sldNum" idx="12"/>
          </p:nvPr>
        </p:nvSpPr>
        <p:spPr>
          <a:xfrm>
            <a:off x="27111865" y="14922294"/>
            <a:ext cx="1755900" cy="12594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997440" y="1424080"/>
            <a:ext cx="27265800" cy="1832700"/>
          </a:xfrm>
          <a:prstGeom prst="rect">
            <a:avLst/>
          </a:prstGeom>
        </p:spPr>
        <p:txBody>
          <a:bodyPr spcFirstLastPara="1" wrap="square" lIns="292550" tIns="292550" rIns="292550" bIns="292550" anchor="t" anchorCtr="0">
            <a:normAutofit/>
          </a:bodyPr>
          <a:lstStyle>
            <a:lvl1pPr lvl="0">
              <a:spcBef>
                <a:spcPts val="0"/>
              </a:spcBef>
              <a:spcAft>
                <a:spcPts val="0"/>
              </a:spcAft>
              <a:buSzPts val="9000"/>
              <a:buNone/>
              <a:defRPr/>
            </a:lvl1pPr>
            <a:lvl2pPr lvl="1">
              <a:spcBef>
                <a:spcPts val="0"/>
              </a:spcBef>
              <a:spcAft>
                <a:spcPts val="0"/>
              </a:spcAft>
              <a:buSzPts val="9000"/>
              <a:buNone/>
              <a:defRPr/>
            </a:lvl2pPr>
            <a:lvl3pPr lvl="2">
              <a:spcBef>
                <a:spcPts val="0"/>
              </a:spcBef>
              <a:spcAft>
                <a:spcPts val="0"/>
              </a:spcAft>
              <a:buSzPts val="9000"/>
              <a:buNone/>
              <a:defRPr/>
            </a:lvl3pPr>
            <a:lvl4pPr lvl="3">
              <a:spcBef>
                <a:spcPts val="0"/>
              </a:spcBef>
              <a:spcAft>
                <a:spcPts val="0"/>
              </a:spcAft>
              <a:buSzPts val="9000"/>
              <a:buNone/>
              <a:defRPr/>
            </a:lvl4pPr>
            <a:lvl5pPr lvl="4">
              <a:spcBef>
                <a:spcPts val="0"/>
              </a:spcBef>
              <a:spcAft>
                <a:spcPts val="0"/>
              </a:spcAft>
              <a:buSzPts val="9000"/>
              <a:buNone/>
              <a:defRPr/>
            </a:lvl5pPr>
            <a:lvl6pPr lvl="5">
              <a:spcBef>
                <a:spcPts val="0"/>
              </a:spcBef>
              <a:spcAft>
                <a:spcPts val="0"/>
              </a:spcAft>
              <a:buSzPts val="9000"/>
              <a:buNone/>
              <a:defRPr/>
            </a:lvl6pPr>
            <a:lvl7pPr lvl="6">
              <a:spcBef>
                <a:spcPts val="0"/>
              </a:spcBef>
              <a:spcAft>
                <a:spcPts val="0"/>
              </a:spcAft>
              <a:buSzPts val="9000"/>
              <a:buNone/>
              <a:defRPr/>
            </a:lvl7pPr>
            <a:lvl8pPr lvl="7">
              <a:spcBef>
                <a:spcPts val="0"/>
              </a:spcBef>
              <a:spcAft>
                <a:spcPts val="0"/>
              </a:spcAft>
              <a:buSzPts val="9000"/>
              <a:buNone/>
              <a:defRPr/>
            </a:lvl8pPr>
            <a:lvl9pPr lvl="8">
              <a:spcBef>
                <a:spcPts val="0"/>
              </a:spcBef>
              <a:spcAft>
                <a:spcPts val="0"/>
              </a:spcAft>
              <a:buSzPts val="9000"/>
              <a:buNone/>
              <a:defRPr/>
            </a:lvl9pPr>
          </a:lstStyle>
          <a:p>
            <a:endParaRPr/>
          </a:p>
        </p:txBody>
      </p:sp>
      <p:sp>
        <p:nvSpPr>
          <p:cNvPr id="22" name="Google Shape;22;p5"/>
          <p:cNvSpPr txBox="1">
            <a:spLocks noGrp="1"/>
          </p:cNvSpPr>
          <p:nvPr>
            <p:ph type="body" idx="1"/>
          </p:nvPr>
        </p:nvSpPr>
        <p:spPr>
          <a:xfrm>
            <a:off x="997440" y="3687920"/>
            <a:ext cx="12799800" cy="10932600"/>
          </a:xfrm>
          <a:prstGeom prst="rect">
            <a:avLst/>
          </a:prstGeom>
        </p:spPr>
        <p:txBody>
          <a:bodyPr spcFirstLastPara="1" wrap="square" lIns="292550" tIns="292550" rIns="292550" bIns="292550" anchor="t" anchorCtr="0">
            <a:normAutofit/>
          </a:bodyPr>
          <a:lstStyle>
            <a:lvl1pPr marL="457200" lvl="0" indent="-514350">
              <a:spcBef>
                <a:spcPts val="0"/>
              </a:spcBef>
              <a:spcAft>
                <a:spcPts val="0"/>
              </a:spcAft>
              <a:buSzPts val="4500"/>
              <a:buChar char="●"/>
              <a:defRPr sz="4500"/>
            </a:lvl1pPr>
            <a:lvl2pPr marL="914400" lvl="1" indent="-469900">
              <a:spcBef>
                <a:spcPts val="0"/>
              </a:spcBef>
              <a:spcAft>
                <a:spcPts val="0"/>
              </a:spcAft>
              <a:buSzPts val="3800"/>
              <a:buChar char="○"/>
              <a:defRPr sz="3800"/>
            </a:lvl2pPr>
            <a:lvl3pPr marL="1371600" lvl="2" indent="-469900">
              <a:spcBef>
                <a:spcPts val="0"/>
              </a:spcBef>
              <a:spcAft>
                <a:spcPts val="0"/>
              </a:spcAft>
              <a:buSzPts val="3800"/>
              <a:buChar char="■"/>
              <a:defRPr sz="3800"/>
            </a:lvl3pPr>
            <a:lvl4pPr marL="1828800" lvl="3" indent="-469900">
              <a:spcBef>
                <a:spcPts val="0"/>
              </a:spcBef>
              <a:spcAft>
                <a:spcPts val="0"/>
              </a:spcAft>
              <a:buSzPts val="3800"/>
              <a:buChar char="●"/>
              <a:defRPr sz="3800"/>
            </a:lvl4pPr>
            <a:lvl5pPr marL="2286000" lvl="4" indent="-469900">
              <a:spcBef>
                <a:spcPts val="0"/>
              </a:spcBef>
              <a:spcAft>
                <a:spcPts val="0"/>
              </a:spcAft>
              <a:buSzPts val="3800"/>
              <a:buChar char="○"/>
              <a:defRPr sz="3800"/>
            </a:lvl5pPr>
            <a:lvl6pPr marL="2743200" lvl="5" indent="-469900">
              <a:spcBef>
                <a:spcPts val="0"/>
              </a:spcBef>
              <a:spcAft>
                <a:spcPts val="0"/>
              </a:spcAft>
              <a:buSzPts val="3800"/>
              <a:buChar char="■"/>
              <a:defRPr sz="3800"/>
            </a:lvl6pPr>
            <a:lvl7pPr marL="3200400" lvl="6" indent="-469900">
              <a:spcBef>
                <a:spcPts val="0"/>
              </a:spcBef>
              <a:spcAft>
                <a:spcPts val="0"/>
              </a:spcAft>
              <a:buSzPts val="3800"/>
              <a:buChar char="●"/>
              <a:defRPr sz="3800"/>
            </a:lvl7pPr>
            <a:lvl8pPr marL="3657600" lvl="7" indent="-469900">
              <a:spcBef>
                <a:spcPts val="0"/>
              </a:spcBef>
              <a:spcAft>
                <a:spcPts val="0"/>
              </a:spcAft>
              <a:buSzPts val="3800"/>
              <a:buChar char="○"/>
              <a:defRPr sz="3800"/>
            </a:lvl8pPr>
            <a:lvl9pPr marL="4114800" lvl="8" indent="-469900">
              <a:spcBef>
                <a:spcPts val="0"/>
              </a:spcBef>
              <a:spcAft>
                <a:spcPts val="0"/>
              </a:spcAft>
              <a:buSzPts val="3800"/>
              <a:buChar char="■"/>
              <a:defRPr sz="3800"/>
            </a:lvl9pPr>
          </a:lstStyle>
          <a:p>
            <a:endParaRPr/>
          </a:p>
        </p:txBody>
      </p:sp>
      <p:sp>
        <p:nvSpPr>
          <p:cNvPr id="23" name="Google Shape;23;p5"/>
          <p:cNvSpPr txBox="1">
            <a:spLocks noGrp="1"/>
          </p:cNvSpPr>
          <p:nvPr>
            <p:ph type="body" idx="2"/>
          </p:nvPr>
        </p:nvSpPr>
        <p:spPr>
          <a:xfrm>
            <a:off x="15463680" y="3687920"/>
            <a:ext cx="12799800" cy="10932600"/>
          </a:xfrm>
          <a:prstGeom prst="rect">
            <a:avLst/>
          </a:prstGeom>
        </p:spPr>
        <p:txBody>
          <a:bodyPr spcFirstLastPara="1" wrap="square" lIns="292550" tIns="292550" rIns="292550" bIns="292550" anchor="t" anchorCtr="0">
            <a:normAutofit/>
          </a:bodyPr>
          <a:lstStyle>
            <a:lvl1pPr marL="457200" lvl="0" indent="-514350">
              <a:spcBef>
                <a:spcPts val="0"/>
              </a:spcBef>
              <a:spcAft>
                <a:spcPts val="0"/>
              </a:spcAft>
              <a:buSzPts val="4500"/>
              <a:buChar char="●"/>
              <a:defRPr sz="4500"/>
            </a:lvl1pPr>
            <a:lvl2pPr marL="914400" lvl="1" indent="-469900">
              <a:spcBef>
                <a:spcPts val="0"/>
              </a:spcBef>
              <a:spcAft>
                <a:spcPts val="0"/>
              </a:spcAft>
              <a:buSzPts val="3800"/>
              <a:buChar char="○"/>
              <a:defRPr sz="3800"/>
            </a:lvl2pPr>
            <a:lvl3pPr marL="1371600" lvl="2" indent="-469900">
              <a:spcBef>
                <a:spcPts val="0"/>
              </a:spcBef>
              <a:spcAft>
                <a:spcPts val="0"/>
              </a:spcAft>
              <a:buSzPts val="3800"/>
              <a:buChar char="■"/>
              <a:defRPr sz="3800"/>
            </a:lvl3pPr>
            <a:lvl4pPr marL="1828800" lvl="3" indent="-469900">
              <a:spcBef>
                <a:spcPts val="0"/>
              </a:spcBef>
              <a:spcAft>
                <a:spcPts val="0"/>
              </a:spcAft>
              <a:buSzPts val="3800"/>
              <a:buChar char="●"/>
              <a:defRPr sz="3800"/>
            </a:lvl4pPr>
            <a:lvl5pPr marL="2286000" lvl="4" indent="-469900">
              <a:spcBef>
                <a:spcPts val="0"/>
              </a:spcBef>
              <a:spcAft>
                <a:spcPts val="0"/>
              </a:spcAft>
              <a:buSzPts val="3800"/>
              <a:buChar char="○"/>
              <a:defRPr sz="3800"/>
            </a:lvl5pPr>
            <a:lvl6pPr marL="2743200" lvl="5" indent="-469900">
              <a:spcBef>
                <a:spcPts val="0"/>
              </a:spcBef>
              <a:spcAft>
                <a:spcPts val="0"/>
              </a:spcAft>
              <a:buSzPts val="3800"/>
              <a:buChar char="■"/>
              <a:defRPr sz="3800"/>
            </a:lvl6pPr>
            <a:lvl7pPr marL="3200400" lvl="6" indent="-469900">
              <a:spcBef>
                <a:spcPts val="0"/>
              </a:spcBef>
              <a:spcAft>
                <a:spcPts val="0"/>
              </a:spcAft>
              <a:buSzPts val="3800"/>
              <a:buChar char="●"/>
              <a:defRPr sz="3800"/>
            </a:lvl7pPr>
            <a:lvl8pPr marL="3657600" lvl="7" indent="-469900">
              <a:spcBef>
                <a:spcPts val="0"/>
              </a:spcBef>
              <a:spcAft>
                <a:spcPts val="0"/>
              </a:spcAft>
              <a:buSzPts val="3800"/>
              <a:buChar char="○"/>
              <a:defRPr sz="3800"/>
            </a:lvl8pPr>
            <a:lvl9pPr marL="4114800" lvl="8" indent="-469900">
              <a:spcBef>
                <a:spcPts val="0"/>
              </a:spcBef>
              <a:spcAft>
                <a:spcPts val="0"/>
              </a:spcAft>
              <a:buSzPts val="3800"/>
              <a:buChar char="■"/>
              <a:defRPr sz="3800"/>
            </a:lvl9pPr>
          </a:lstStyle>
          <a:p>
            <a:endParaRPr/>
          </a:p>
        </p:txBody>
      </p:sp>
      <p:sp>
        <p:nvSpPr>
          <p:cNvPr id="24" name="Google Shape;24;p5"/>
          <p:cNvSpPr txBox="1">
            <a:spLocks noGrp="1"/>
          </p:cNvSpPr>
          <p:nvPr>
            <p:ph type="sldNum" idx="12"/>
          </p:nvPr>
        </p:nvSpPr>
        <p:spPr>
          <a:xfrm>
            <a:off x="27111865" y="14922294"/>
            <a:ext cx="1755900" cy="12594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997440" y="1424080"/>
            <a:ext cx="27265800" cy="1832700"/>
          </a:xfrm>
          <a:prstGeom prst="rect">
            <a:avLst/>
          </a:prstGeom>
        </p:spPr>
        <p:txBody>
          <a:bodyPr spcFirstLastPara="1" wrap="square" lIns="292550" tIns="292550" rIns="292550" bIns="292550" anchor="t" anchorCtr="0">
            <a:normAutofit/>
          </a:bodyPr>
          <a:lstStyle>
            <a:lvl1pPr lvl="0">
              <a:spcBef>
                <a:spcPts val="0"/>
              </a:spcBef>
              <a:spcAft>
                <a:spcPts val="0"/>
              </a:spcAft>
              <a:buSzPts val="9000"/>
              <a:buNone/>
              <a:defRPr/>
            </a:lvl1pPr>
            <a:lvl2pPr lvl="1">
              <a:spcBef>
                <a:spcPts val="0"/>
              </a:spcBef>
              <a:spcAft>
                <a:spcPts val="0"/>
              </a:spcAft>
              <a:buSzPts val="9000"/>
              <a:buNone/>
              <a:defRPr/>
            </a:lvl2pPr>
            <a:lvl3pPr lvl="2">
              <a:spcBef>
                <a:spcPts val="0"/>
              </a:spcBef>
              <a:spcAft>
                <a:spcPts val="0"/>
              </a:spcAft>
              <a:buSzPts val="9000"/>
              <a:buNone/>
              <a:defRPr/>
            </a:lvl3pPr>
            <a:lvl4pPr lvl="3">
              <a:spcBef>
                <a:spcPts val="0"/>
              </a:spcBef>
              <a:spcAft>
                <a:spcPts val="0"/>
              </a:spcAft>
              <a:buSzPts val="9000"/>
              <a:buNone/>
              <a:defRPr/>
            </a:lvl4pPr>
            <a:lvl5pPr lvl="4">
              <a:spcBef>
                <a:spcPts val="0"/>
              </a:spcBef>
              <a:spcAft>
                <a:spcPts val="0"/>
              </a:spcAft>
              <a:buSzPts val="9000"/>
              <a:buNone/>
              <a:defRPr/>
            </a:lvl5pPr>
            <a:lvl6pPr lvl="5">
              <a:spcBef>
                <a:spcPts val="0"/>
              </a:spcBef>
              <a:spcAft>
                <a:spcPts val="0"/>
              </a:spcAft>
              <a:buSzPts val="9000"/>
              <a:buNone/>
              <a:defRPr/>
            </a:lvl6pPr>
            <a:lvl7pPr lvl="6">
              <a:spcBef>
                <a:spcPts val="0"/>
              </a:spcBef>
              <a:spcAft>
                <a:spcPts val="0"/>
              </a:spcAft>
              <a:buSzPts val="9000"/>
              <a:buNone/>
              <a:defRPr/>
            </a:lvl7pPr>
            <a:lvl8pPr lvl="7">
              <a:spcBef>
                <a:spcPts val="0"/>
              </a:spcBef>
              <a:spcAft>
                <a:spcPts val="0"/>
              </a:spcAft>
              <a:buSzPts val="9000"/>
              <a:buNone/>
              <a:defRPr/>
            </a:lvl8pPr>
            <a:lvl9pPr lvl="8">
              <a:spcBef>
                <a:spcPts val="0"/>
              </a:spcBef>
              <a:spcAft>
                <a:spcPts val="0"/>
              </a:spcAft>
              <a:buSzPts val="9000"/>
              <a:buNone/>
              <a:defRPr/>
            </a:lvl9pPr>
          </a:lstStyle>
          <a:p>
            <a:endParaRPr/>
          </a:p>
        </p:txBody>
      </p:sp>
      <p:sp>
        <p:nvSpPr>
          <p:cNvPr id="27" name="Google Shape;27;p6"/>
          <p:cNvSpPr txBox="1">
            <a:spLocks noGrp="1"/>
          </p:cNvSpPr>
          <p:nvPr>
            <p:ph type="sldNum" idx="12"/>
          </p:nvPr>
        </p:nvSpPr>
        <p:spPr>
          <a:xfrm>
            <a:off x="27111865" y="14922294"/>
            <a:ext cx="1755900" cy="12594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997440" y="1777920"/>
            <a:ext cx="8985600" cy="2418300"/>
          </a:xfrm>
          <a:prstGeom prst="rect">
            <a:avLst/>
          </a:prstGeom>
        </p:spPr>
        <p:txBody>
          <a:bodyPr spcFirstLastPara="1" wrap="square" lIns="292550" tIns="292550" rIns="292550" bIns="292550" anchor="b" anchorCtr="0">
            <a:normAutofit/>
          </a:bodyPr>
          <a:lstStyle>
            <a:lvl1pPr lvl="0">
              <a:spcBef>
                <a:spcPts val="0"/>
              </a:spcBef>
              <a:spcAft>
                <a:spcPts val="0"/>
              </a:spcAft>
              <a:buSzPts val="7700"/>
              <a:buNone/>
              <a:defRPr sz="7700"/>
            </a:lvl1pPr>
            <a:lvl2pPr lvl="1">
              <a:spcBef>
                <a:spcPts val="0"/>
              </a:spcBef>
              <a:spcAft>
                <a:spcPts val="0"/>
              </a:spcAft>
              <a:buSzPts val="7700"/>
              <a:buNone/>
              <a:defRPr sz="7700"/>
            </a:lvl2pPr>
            <a:lvl3pPr lvl="2">
              <a:spcBef>
                <a:spcPts val="0"/>
              </a:spcBef>
              <a:spcAft>
                <a:spcPts val="0"/>
              </a:spcAft>
              <a:buSzPts val="7700"/>
              <a:buNone/>
              <a:defRPr sz="7700"/>
            </a:lvl3pPr>
            <a:lvl4pPr lvl="3">
              <a:spcBef>
                <a:spcPts val="0"/>
              </a:spcBef>
              <a:spcAft>
                <a:spcPts val="0"/>
              </a:spcAft>
              <a:buSzPts val="7700"/>
              <a:buNone/>
              <a:defRPr sz="7700"/>
            </a:lvl4pPr>
            <a:lvl5pPr lvl="4">
              <a:spcBef>
                <a:spcPts val="0"/>
              </a:spcBef>
              <a:spcAft>
                <a:spcPts val="0"/>
              </a:spcAft>
              <a:buSzPts val="7700"/>
              <a:buNone/>
              <a:defRPr sz="7700"/>
            </a:lvl5pPr>
            <a:lvl6pPr lvl="5">
              <a:spcBef>
                <a:spcPts val="0"/>
              </a:spcBef>
              <a:spcAft>
                <a:spcPts val="0"/>
              </a:spcAft>
              <a:buSzPts val="7700"/>
              <a:buNone/>
              <a:defRPr sz="7700"/>
            </a:lvl6pPr>
            <a:lvl7pPr lvl="6">
              <a:spcBef>
                <a:spcPts val="0"/>
              </a:spcBef>
              <a:spcAft>
                <a:spcPts val="0"/>
              </a:spcAft>
              <a:buSzPts val="7700"/>
              <a:buNone/>
              <a:defRPr sz="7700"/>
            </a:lvl7pPr>
            <a:lvl8pPr lvl="7">
              <a:spcBef>
                <a:spcPts val="0"/>
              </a:spcBef>
              <a:spcAft>
                <a:spcPts val="0"/>
              </a:spcAft>
              <a:buSzPts val="7700"/>
              <a:buNone/>
              <a:defRPr sz="7700"/>
            </a:lvl8pPr>
            <a:lvl9pPr lvl="8">
              <a:spcBef>
                <a:spcPts val="0"/>
              </a:spcBef>
              <a:spcAft>
                <a:spcPts val="0"/>
              </a:spcAft>
              <a:buSzPts val="7700"/>
              <a:buNone/>
              <a:defRPr sz="7700"/>
            </a:lvl9pPr>
          </a:lstStyle>
          <a:p>
            <a:endParaRPr/>
          </a:p>
        </p:txBody>
      </p:sp>
      <p:sp>
        <p:nvSpPr>
          <p:cNvPr id="30" name="Google Shape;30;p7"/>
          <p:cNvSpPr txBox="1">
            <a:spLocks noGrp="1"/>
          </p:cNvSpPr>
          <p:nvPr>
            <p:ph type="body" idx="1"/>
          </p:nvPr>
        </p:nvSpPr>
        <p:spPr>
          <a:xfrm>
            <a:off x="997440" y="4446720"/>
            <a:ext cx="8985600" cy="10174200"/>
          </a:xfrm>
          <a:prstGeom prst="rect">
            <a:avLst/>
          </a:prstGeom>
        </p:spPr>
        <p:txBody>
          <a:bodyPr spcFirstLastPara="1" wrap="square" lIns="292550" tIns="292550" rIns="292550" bIns="292550" anchor="t" anchorCtr="0">
            <a:normAutofit/>
          </a:bodyPr>
          <a:lstStyle>
            <a:lvl1pPr marL="457200" lvl="0" indent="-469900">
              <a:spcBef>
                <a:spcPts val="0"/>
              </a:spcBef>
              <a:spcAft>
                <a:spcPts val="0"/>
              </a:spcAft>
              <a:buSzPts val="3800"/>
              <a:buChar char="●"/>
              <a:defRPr sz="3800"/>
            </a:lvl1pPr>
            <a:lvl2pPr marL="914400" lvl="1" indent="-469900">
              <a:spcBef>
                <a:spcPts val="0"/>
              </a:spcBef>
              <a:spcAft>
                <a:spcPts val="0"/>
              </a:spcAft>
              <a:buSzPts val="3800"/>
              <a:buChar char="○"/>
              <a:defRPr sz="3800"/>
            </a:lvl2pPr>
            <a:lvl3pPr marL="1371600" lvl="2" indent="-469900">
              <a:spcBef>
                <a:spcPts val="0"/>
              </a:spcBef>
              <a:spcAft>
                <a:spcPts val="0"/>
              </a:spcAft>
              <a:buSzPts val="3800"/>
              <a:buChar char="■"/>
              <a:defRPr sz="3800"/>
            </a:lvl3pPr>
            <a:lvl4pPr marL="1828800" lvl="3" indent="-469900">
              <a:spcBef>
                <a:spcPts val="0"/>
              </a:spcBef>
              <a:spcAft>
                <a:spcPts val="0"/>
              </a:spcAft>
              <a:buSzPts val="3800"/>
              <a:buChar char="●"/>
              <a:defRPr sz="3800"/>
            </a:lvl4pPr>
            <a:lvl5pPr marL="2286000" lvl="4" indent="-469900">
              <a:spcBef>
                <a:spcPts val="0"/>
              </a:spcBef>
              <a:spcAft>
                <a:spcPts val="0"/>
              </a:spcAft>
              <a:buSzPts val="3800"/>
              <a:buChar char="○"/>
              <a:defRPr sz="3800"/>
            </a:lvl5pPr>
            <a:lvl6pPr marL="2743200" lvl="5" indent="-469900">
              <a:spcBef>
                <a:spcPts val="0"/>
              </a:spcBef>
              <a:spcAft>
                <a:spcPts val="0"/>
              </a:spcAft>
              <a:buSzPts val="3800"/>
              <a:buChar char="■"/>
              <a:defRPr sz="3800"/>
            </a:lvl6pPr>
            <a:lvl7pPr marL="3200400" lvl="6" indent="-469900">
              <a:spcBef>
                <a:spcPts val="0"/>
              </a:spcBef>
              <a:spcAft>
                <a:spcPts val="0"/>
              </a:spcAft>
              <a:buSzPts val="3800"/>
              <a:buChar char="●"/>
              <a:defRPr sz="3800"/>
            </a:lvl7pPr>
            <a:lvl8pPr marL="3657600" lvl="7" indent="-469900">
              <a:spcBef>
                <a:spcPts val="0"/>
              </a:spcBef>
              <a:spcAft>
                <a:spcPts val="0"/>
              </a:spcAft>
              <a:buSzPts val="3800"/>
              <a:buChar char="○"/>
              <a:defRPr sz="3800"/>
            </a:lvl8pPr>
            <a:lvl9pPr marL="4114800" lvl="8" indent="-469900">
              <a:spcBef>
                <a:spcPts val="0"/>
              </a:spcBef>
              <a:spcAft>
                <a:spcPts val="0"/>
              </a:spcAft>
              <a:buSzPts val="3800"/>
              <a:buChar char="■"/>
              <a:defRPr sz="3800"/>
            </a:lvl9pPr>
          </a:lstStyle>
          <a:p>
            <a:endParaRPr/>
          </a:p>
        </p:txBody>
      </p:sp>
      <p:sp>
        <p:nvSpPr>
          <p:cNvPr id="31" name="Google Shape;31;p7"/>
          <p:cNvSpPr txBox="1">
            <a:spLocks noGrp="1"/>
          </p:cNvSpPr>
          <p:nvPr>
            <p:ph type="sldNum" idx="12"/>
          </p:nvPr>
        </p:nvSpPr>
        <p:spPr>
          <a:xfrm>
            <a:off x="27111865" y="14922294"/>
            <a:ext cx="1755900" cy="12594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1568800" y="1440480"/>
            <a:ext cx="20376900" cy="13090500"/>
          </a:xfrm>
          <a:prstGeom prst="rect">
            <a:avLst/>
          </a:prstGeom>
        </p:spPr>
        <p:txBody>
          <a:bodyPr spcFirstLastPara="1" wrap="square" lIns="292550" tIns="292550" rIns="292550" bIns="292550" anchor="ctr" anchorCtr="0">
            <a:normAutofit/>
          </a:bodyPr>
          <a:lstStyle>
            <a:lvl1pPr lvl="0">
              <a:spcBef>
                <a:spcPts val="0"/>
              </a:spcBef>
              <a:spcAft>
                <a:spcPts val="0"/>
              </a:spcAft>
              <a:buSzPts val="15400"/>
              <a:buNone/>
              <a:defRPr sz="15400"/>
            </a:lvl1pPr>
            <a:lvl2pPr lvl="1">
              <a:spcBef>
                <a:spcPts val="0"/>
              </a:spcBef>
              <a:spcAft>
                <a:spcPts val="0"/>
              </a:spcAft>
              <a:buSzPts val="15400"/>
              <a:buNone/>
              <a:defRPr sz="15400"/>
            </a:lvl2pPr>
            <a:lvl3pPr lvl="2">
              <a:spcBef>
                <a:spcPts val="0"/>
              </a:spcBef>
              <a:spcAft>
                <a:spcPts val="0"/>
              </a:spcAft>
              <a:buSzPts val="15400"/>
              <a:buNone/>
              <a:defRPr sz="15400"/>
            </a:lvl3pPr>
            <a:lvl4pPr lvl="3">
              <a:spcBef>
                <a:spcPts val="0"/>
              </a:spcBef>
              <a:spcAft>
                <a:spcPts val="0"/>
              </a:spcAft>
              <a:buSzPts val="15400"/>
              <a:buNone/>
              <a:defRPr sz="15400"/>
            </a:lvl4pPr>
            <a:lvl5pPr lvl="4">
              <a:spcBef>
                <a:spcPts val="0"/>
              </a:spcBef>
              <a:spcAft>
                <a:spcPts val="0"/>
              </a:spcAft>
              <a:buSzPts val="15400"/>
              <a:buNone/>
              <a:defRPr sz="15400"/>
            </a:lvl5pPr>
            <a:lvl6pPr lvl="5">
              <a:spcBef>
                <a:spcPts val="0"/>
              </a:spcBef>
              <a:spcAft>
                <a:spcPts val="0"/>
              </a:spcAft>
              <a:buSzPts val="15400"/>
              <a:buNone/>
              <a:defRPr sz="15400"/>
            </a:lvl6pPr>
            <a:lvl7pPr lvl="6">
              <a:spcBef>
                <a:spcPts val="0"/>
              </a:spcBef>
              <a:spcAft>
                <a:spcPts val="0"/>
              </a:spcAft>
              <a:buSzPts val="15400"/>
              <a:buNone/>
              <a:defRPr sz="15400"/>
            </a:lvl7pPr>
            <a:lvl8pPr lvl="7">
              <a:spcBef>
                <a:spcPts val="0"/>
              </a:spcBef>
              <a:spcAft>
                <a:spcPts val="0"/>
              </a:spcAft>
              <a:buSzPts val="15400"/>
              <a:buNone/>
              <a:defRPr sz="15400"/>
            </a:lvl8pPr>
            <a:lvl9pPr lvl="8">
              <a:spcBef>
                <a:spcPts val="0"/>
              </a:spcBef>
              <a:spcAft>
                <a:spcPts val="0"/>
              </a:spcAft>
              <a:buSzPts val="15400"/>
              <a:buNone/>
              <a:defRPr sz="15400"/>
            </a:lvl9pPr>
          </a:lstStyle>
          <a:p>
            <a:endParaRPr/>
          </a:p>
        </p:txBody>
      </p:sp>
      <p:sp>
        <p:nvSpPr>
          <p:cNvPr id="34" name="Google Shape;34;p8"/>
          <p:cNvSpPr txBox="1">
            <a:spLocks noGrp="1"/>
          </p:cNvSpPr>
          <p:nvPr>
            <p:ph type="sldNum" idx="12"/>
          </p:nvPr>
        </p:nvSpPr>
        <p:spPr>
          <a:xfrm>
            <a:off x="27111865" y="14922294"/>
            <a:ext cx="1755900" cy="12594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14630400" y="-400"/>
            <a:ext cx="14630400" cy="16459200"/>
          </a:xfrm>
          <a:prstGeom prst="rect">
            <a:avLst/>
          </a:prstGeom>
          <a:solidFill>
            <a:schemeClr val="lt2"/>
          </a:solidFill>
          <a:ln>
            <a:noFill/>
          </a:ln>
        </p:spPr>
        <p:txBody>
          <a:bodyPr spcFirstLastPara="1" wrap="square" lIns="292550" tIns="292550" rIns="292550" bIns="292550"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849600" y="3946160"/>
            <a:ext cx="12944700" cy="4743300"/>
          </a:xfrm>
          <a:prstGeom prst="rect">
            <a:avLst/>
          </a:prstGeom>
        </p:spPr>
        <p:txBody>
          <a:bodyPr spcFirstLastPara="1" wrap="square" lIns="292550" tIns="292550" rIns="292550" bIns="292550" anchor="b" anchorCtr="0">
            <a:normAutofit/>
          </a:bodyPr>
          <a:lstStyle>
            <a:lvl1pPr lvl="0" algn="ctr">
              <a:spcBef>
                <a:spcPts val="0"/>
              </a:spcBef>
              <a:spcAft>
                <a:spcPts val="0"/>
              </a:spcAft>
              <a:buSzPts val="13400"/>
              <a:buNone/>
              <a:defRPr sz="13400"/>
            </a:lvl1pPr>
            <a:lvl2pPr lvl="1" algn="ctr">
              <a:spcBef>
                <a:spcPts val="0"/>
              </a:spcBef>
              <a:spcAft>
                <a:spcPts val="0"/>
              </a:spcAft>
              <a:buSzPts val="13400"/>
              <a:buNone/>
              <a:defRPr sz="13400"/>
            </a:lvl2pPr>
            <a:lvl3pPr lvl="2" algn="ctr">
              <a:spcBef>
                <a:spcPts val="0"/>
              </a:spcBef>
              <a:spcAft>
                <a:spcPts val="0"/>
              </a:spcAft>
              <a:buSzPts val="13400"/>
              <a:buNone/>
              <a:defRPr sz="13400"/>
            </a:lvl3pPr>
            <a:lvl4pPr lvl="3" algn="ctr">
              <a:spcBef>
                <a:spcPts val="0"/>
              </a:spcBef>
              <a:spcAft>
                <a:spcPts val="0"/>
              </a:spcAft>
              <a:buSzPts val="13400"/>
              <a:buNone/>
              <a:defRPr sz="13400"/>
            </a:lvl4pPr>
            <a:lvl5pPr lvl="4" algn="ctr">
              <a:spcBef>
                <a:spcPts val="0"/>
              </a:spcBef>
              <a:spcAft>
                <a:spcPts val="0"/>
              </a:spcAft>
              <a:buSzPts val="13400"/>
              <a:buNone/>
              <a:defRPr sz="13400"/>
            </a:lvl5pPr>
            <a:lvl6pPr lvl="5" algn="ctr">
              <a:spcBef>
                <a:spcPts val="0"/>
              </a:spcBef>
              <a:spcAft>
                <a:spcPts val="0"/>
              </a:spcAft>
              <a:buSzPts val="13400"/>
              <a:buNone/>
              <a:defRPr sz="13400"/>
            </a:lvl6pPr>
            <a:lvl7pPr lvl="6" algn="ctr">
              <a:spcBef>
                <a:spcPts val="0"/>
              </a:spcBef>
              <a:spcAft>
                <a:spcPts val="0"/>
              </a:spcAft>
              <a:buSzPts val="13400"/>
              <a:buNone/>
              <a:defRPr sz="13400"/>
            </a:lvl7pPr>
            <a:lvl8pPr lvl="7" algn="ctr">
              <a:spcBef>
                <a:spcPts val="0"/>
              </a:spcBef>
              <a:spcAft>
                <a:spcPts val="0"/>
              </a:spcAft>
              <a:buSzPts val="13400"/>
              <a:buNone/>
              <a:defRPr sz="13400"/>
            </a:lvl8pPr>
            <a:lvl9pPr lvl="8" algn="ctr">
              <a:spcBef>
                <a:spcPts val="0"/>
              </a:spcBef>
              <a:spcAft>
                <a:spcPts val="0"/>
              </a:spcAft>
              <a:buSzPts val="13400"/>
              <a:buNone/>
              <a:defRPr sz="13400"/>
            </a:lvl9pPr>
          </a:lstStyle>
          <a:p>
            <a:endParaRPr/>
          </a:p>
        </p:txBody>
      </p:sp>
      <p:sp>
        <p:nvSpPr>
          <p:cNvPr id="38" name="Google Shape;38;p9"/>
          <p:cNvSpPr txBox="1">
            <a:spLocks noGrp="1"/>
          </p:cNvSpPr>
          <p:nvPr>
            <p:ph type="subTitle" idx="1"/>
          </p:nvPr>
        </p:nvSpPr>
        <p:spPr>
          <a:xfrm>
            <a:off x="849600" y="8969840"/>
            <a:ext cx="12944700" cy="3952200"/>
          </a:xfrm>
          <a:prstGeom prst="rect">
            <a:avLst/>
          </a:prstGeom>
        </p:spPr>
        <p:txBody>
          <a:bodyPr spcFirstLastPara="1" wrap="square" lIns="292550" tIns="292550" rIns="292550" bIns="292550" anchor="t" anchorCtr="0">
            <a:normAutofit/>
          </a:bodyPr>
          <a:lstStyle>
            <a:lvl1pPr lvl="0" algn="ctr">
              <a:lnSpc>
                <a:spcPct val="100000"/>
              </a:lnSpc>
              <a:spcBef>
                <a:spcPts val="0"/>
              </a:spcBef>
              <a:spcAft>
                <a:spcPts val="0"/>
              </a:spcAft>
              <a:buSzPts val="6700"/>
              <a:buNone/>
              <a:defRPr sz="6700"/>
            </a:lvl1pPr>
            <a:lvl2pPr lvl="1" algn="ctr">
              <a:lnSpc>
                <a:spcPct val="100000"/>
              </a:lnSpc>
              <a:spcBef>
                <a:spcPts val="0"/>
              </a:spcBef>
              <a:spcAft>
                <a:spcPts val="0"/>
              </a:spcAft>
              <a:buSzPts val="6700"/>
              <a:buNone/>
              <a:defRPr sz="6700"/>
            </a:lvl2pPr>
            <a:lvl3pPr lvl="2" algn="ctr">
              <a:lnSpc>
                <a:spcPct val="100000"/>
              </a:lnSpc>
              <a:spcBef>
                <a:spcPts val="0"/>
              </a:spcBef>
              <a:spcAft>
                <a:spcPts val="0"/>
              </a:spcAft>
              <a:buSzPts val="6700"/>
              <a:buNone/>
              <a:defRPr sz="6700"/>
            </a:lvl3pPr>
            <a:lvl4pPr lvl="3" algn="ctr">
              <a:lnSpc>
                <a:spcPct val="100000"/>
              </a:lnSpc>
              <a:spcBef>
                <a:spcPts val="0"/>
              </a:spcBef>
              <a:spcAft>
                <a:spcPts val="0"/>
              </a:spcAft>
              <a:buSzPts val="6700"/>
              <a:buNone/>
              <a:defRPr sz="6700"/>
            </a:lvl4pPr>
            <a:lvl5pPr lvl="4" algn="ctr">
              <a:lnSpc>
                <a:spcPct val="100000"/>
              </a:lnSpc>
              <a:spcBef>
                <a:spcPts val="0"/>
              </a:spcBef>
              <a:spcAft>
                <a:spcPts val="0"/>
              </a:spcAft>
              <a:buSzPts val="6700"/>
              <a:buNone/>
              <a:defRPr sz="6700"/>
            </a:lvl5pPr>
            <a:lvl6pPr lvl="5" algn="ctr">
              <a:lnSpc>
                <a:spcPct val="100000"/>
              </a:lnSpc>
              <a:spcBef>
                <a:spcPts val="0"/>
              </a:spcBef>
              <a:spcAft>
                <a:spcPts val="0"/>
              </a:spcAft>
              <a:buSzPts val="6700"/>
              <a:buNone/>
              <a:defRPr sz="6700"/>
            </a:lvl6pPr>
            <a:lvl7pPr lvl="6" algn="ctr">
              <a:lnSpc>
                <a:spcPct val="100000"/>
              </a:lnSpc>
              <a:spcBef>
                <a:spcPts val="0"/>
              </a:spcBef>
              <a:spcAft>
                <a:spcPts val="0"/>
              </a:spcAft>
              <a:buSzPts val="6700"/>
              <a:buNone/>
              <a:defRPr sz="6700"/>
            </a:lvl7pPr>
            <a:lvl8pPr lvl="7" algn="ctr">
              <a:lnSpc>
                <a:spcPct val="100000"/>
              </a:lnSpc>
              <a:spcBef>
                <a:spcPts val="0"/>
              </a:spcBef>
              <a:spcAft>
                <a:spcPts val="0"/>
              </a:spcAft>
              <a:buSzPts val="6700"/>
              <a:buNone/>
              <a:defRPr sz="6700"/>
            </a:lvl8pPr>
            <a:lvl9pPr lvl="8" algn="ctr">
              <a:lnSpc>
                <a:spcPct val="100000"/>
              </a:lnSpc>
              <a:spcBef>
                <a:spcPts val="0"/>
              </a:spcBef>
              <a:spcAft>
                <a:spcPts val="0"/>
              </a:spcAft>
              <a:buSzPts val="6700"/>
              <a:buNone/>
              <a:defRPr sz="6700"/>
            </a:lvl9pPr>
          </a:lstStyle>
          <a:p>
            <a:endParaRPr/>
          </a:p>
        </p:txBody>
      </p:sp>
      <p:sp>
        <p:nvSpPr>
          <p:cNvPr id="39" name="Google Shape;39;p9"/>
          <p:cNvSpPr txBox="1">
            <a:spLocks noGrp="1"/>
          </p:cNvSpPr>
          <p:nvPr>
            <p:ph type="body" idx="2"/>
          </p:nvPr>
        </p:nvSpPr>
        <p:spPr>
          <a:xfrm>
            <a:off x="15806400" y="2317040"/>
            <a:ext cx="12278400" cy="11824200"/>
          </a:xfrm>
          <a:prstGeom prst="rect">
            <a:avLst/>
          </a:prstGeom>
        </p:spPr>
        <p:txBody>
          <a:bodyPr spcFirstLastPara="1" wrap="square" lIns="292550" tIns="292550" rIns="292550" bIns="292550" anchor="ctr" anchorCtr="0">
            <a:normAutofit/>
          </a:bodyPr>
          <a:lstStyle>
            <a:lvl1pPr marL="457200" lvl="0" indent="-596900">
              <a:spcBef>
                <a:spcPts val="0"/>
              </a:spcBef>
              <a:spcAft>
                <a:spcPts val="0"/>
              </a:spcAft>
              <a:buSzPts val="5800"/>
              <a:buChar char="●"/>
              <a:defRPr/>
            </a:lvl1pPr>
            <a:lvl2pPr marL="914400" lvl="1" indent="-514350">
              <a:spcBef>
                <a:spcPts val="0"/>
              </a:spcBef>
              <a:spcAft>
                <a:spcPts val="0"/>
              </a:spcAft>
              <a:buSzPts val="4500"/>
              <a:buChar char="○"/>
              <a:defRPr/>
            </a:lvl2pPr>
            <a:lvl3pPr marL="1371600" lvl="2" indent="-514350">
              <a:spcBef>
                <a:spcPts val="0"/>
              </a:spcBef>
              <a:spcAft>
                <a:spcPts val="0"/>
              </a:spcAft>
              <a:buSzPts val="4500"/>
              <a:buChar char="■"/>
              <a:defRPr/>
            </a:lvl3pPr>
            <a:lvl4pPr marL="1828800" lvl="3" indent="-514350">
              <a:spcBef>
                <a:spcPts val="0"/>
              </a:spcBef>
              <a:spcAft>
                <a:spcPts val="0"/>
              </a:spcAft>
              <a:buSzPts val="4500"/>
              <a:buChar char="●"/>
              <a:defRPr/>
            </a:lvl4pPr>
            <a:lvl5pPr marL="2286000" lvl="4" indent="-514350">
              <a:spcBef>
                <a:spcPts val="0"/>
              </a:spcBef>
              <a:spcAft>
                <a:spcPts val="0"/>
              </a:spcAft>
              <a:buSzPts val="4500"/>
              <a:buChar char="○"/>
              <a:defRPr/>
            </a:lvl5pPr>
            <a:lvl6pPr marL="2743200" lvl="5" indent="-514350">
              <a:spcBef>
                <a:spcPts val="0"/>
              </a:spcBef>
              <a:spcAft>
                <a:spcPts val="0"/>
              </a:spcAft>
              <a:buSzPts val="4500"/>
              <a:buChar char="■"/>
              <a:defRPr/>
            </a:lvl6pPr>
            <a:lvl7pPr marL="3200400" lvl="6" indent="-514350">
              <a:spcBef>
                <a:spcPts val="0"/>
              </a:spcBef>
              <a:spcAft>
                <a:spcPts val="0"/>
              </a:spcAft>
              <a:buSzPts val="4500"/>
              <a:buChar char="●"/>
              <a:defRPr/>
            </a:lvl7pPr>
            <a:lvl8pPr marL="3657600" lvl="7" indent="-514350">
              <a:spcBef>
                <a:spcPts val="0"/>
              </a:spcBef>
              <a:spcAft>
                <a:spcPts val="0"/>
              </a:spcAft>
              <a:buSzPts val="4500"/>
              <a:buChar char="○"/>
              <a:defRPr/>
            </a:lvl8pPr>
            <a:lvl9pPr marL="4114800" lvl="8" indent="-514350">
              <a:spcBef>
                <a:spcPts val="0"/>
              </a:spcBef>
              <a:spcAft>
                <a:spcPts val="0"/>
              </a:spcAft>
              <a:buSzPts val="4500"/>
              <a:buChar char="■"/>
              <a:defRPr/>
            </a:lvl9pPr>
          </a:lstStyle>
          <a:p>
            <a:endParaRPr/>
          </a:p>
        </p:txBody>
      </p:sp>
      <p:sp>
        <p:nvSpPr>
          <p:cNvPr id="40" name="Google Shape;40;p9"/>
          <p:cNvSpPr txBox="1">
            <a:spLocks noGrp="1"/>
          </p:cNvSpPr>
          <p:nvPr>
            <p:ph type="sldNum" idx="12"/>
          </p:nvPr>
        </p:nvSpPr>
        <p:spPr>
          <a:xfrm>
            <a:off x="27111865" y="14922294"/>
            <a:ext cx="1755900" cy="12594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997440" y="13537840"/>
            <a:ext cx="19196100" cy="1936200"/>
          </a:xfrm>
          <a:prstGeom prst="rect">
            <a:avLst/>
          </a:prstGeom>
        </p:spPr>
        <p:txBody>
          <a:bodyPr spcFirstLastPara="1" wrap="square" lIns="292550" tIns="292550" rIns="292550" bIns="292550" anchor="ctr" anchorCtr="0">
            <a:normAutofit/>
          </a:bodyPr>
          <a:lstStyle>
            <a:lvl1pPr marL="457200" lvl="0" indent="-228600">
              <a:lnSpc>
                <a:spcPct val="100000"/>
              </a:lnSpc>
              <a:spcBef>
                <a:spcPts val="0"/>
              </a:spcBef>
              <a:spcAft>
                <a:spcPts val="0"/>
              </a:spcAft>
              <a:buSzPts val="5800"/>
              <a:buNone/>
              <a:defRPr/>
            </a:lvl1pPr>
          </a:lstStyle>
          <a:p>
            <a:endParaRPr/>
          </a:p>
        </p:txBody>
      </p:sp>
      <p:sp>
        <p:nvSpPr>
          <p:cNvPr id="43" name="Google Shape;43;p10"/>
          <p:cNvSpPr txBox="1">
            <a:spLocks noGrp="1"/>
          </p:cNvSpPr>
          <p:nvPr>
            <p:ph type="sldNum" idx="12"/>
          </p:nvPr>
        </p:nvSpPr>
        <p:spPr>
          <a:xfrm>
            <a:off x="27111865" y="14922294"/>
            <a:ext cx="1755900" cy="12594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997440" y="3539600"/>
            <a:ext cx="27265800" cy="6283200"/>
          </a:xfrm>
          <a:prstGeom prst="rect">
            <a:avLst/>
          </a:prstGeom>
        </p:spPr>
        <p:txBody>
          <a:bodyPr spcFirstLastPara="1" wrap="square" lIns="292550" tIns="292550" rIns="292550" bIns="292550" anchor="b" anchorCtr="0">
            <a:normAutofit/>
          </a:bodyPr>
          <a:lstStyle>
            <a:lvl1pPr lvl="0" algn="ctr">
              <a:spcBef>
                <a:spcPts val="0"/>
              </a:spcBef>
              <a:spcAft>
                <a:spcPts val="0"/>
              </a:spcAft>
              <a:buSzPts val="38400"/>
              <a:buNone/>
              <a:defRPr sz="38400"/>
            </a:lvl1pPr>
            <a:lvl2pPr lvl="1" algn="ctr">
              <a:spcBef>
                <a:spcPts val="0"/>
              </a:spcBef>
              <a:spcAft>
                <a:spcPts val="0"/>
              </a:spcAft>
              <a:buSzPts val="38400"/>
              <a:buNone/>
              <a:defRPr sz="38400"/>
            </a:lvl2pPr>
            <a:lvl3pPr lvl="2" algn="ctr">
              <a:spcBef>
                <a:spcPts val="0"/>
              </a:spcBef>
              <a:spcAft>
                <a:spcPts val="0"/>
              </a:spcAft>
              <a:buSzPts val="38400"/>
              <a:buNone/>
              <a:defRPr sz="38400"/>
            </a:lvl3pPr>
            <a:lvl4pPr lvl="3" algn="ctr">
              <a:spcBef>
                <a:spcPts val="0"/>
              </a:spcBef>
              <a:spcAft>
                <a:spcPts val="0"/>
              </a:spcAft>
              <a:buSzPts val="38400"/>
              <a:buNone/>
              <a:defRPr sz="38400"/>
            </a:lvl4pPr>
            <a:lvl5pPr lvl="4" algn="ctr">
              <a:spcBef>
                <a:spcPts val="0"/>
              </a:spcBef>
              <a:spcAft>
                <a:spcPts val="0"/>
              </a:spcAft>
              <a:buSzPts val="38400"/>
              <a:buNone/>
              <a:defRPr sz="38400"/>
            </a:lvl5pPr>
            <a:lvl6pPr lvl="5" algn="ctr">
              <a:spcBef>
                <a:spcPts val="0"/>
              </a:spcBef>
              <a:spcAft>
                <a:spcPts val="0"/>
              </a:spcAft>
              <a:buSzPts val="38400"/>
              <a:buNone/>
              <a:defRPr sz="38400"/>
            </a:lvl6pPr>
            <a:lvl7pPr lvl="6" algn="ctr">
              <a:spcBef>
                <a:spcPts val="0"/>
              </a:spcBef>
              <a:spcAft>
                <a:spcPts val="0"/>
              </a:spcAft>
              <a:buSzPts val="38400"/>
              <a:buNone/>
              <a:defRPr sz="38400"/>
            </a:lvl7pPr>
            <a:lvl8pPr lvl="7" algn="ctr">
              <a:spcBef>
                <a:spcPts val="0"/>
              </a:spcBef>
              <a:spcAft>
                <a:spcPts val="0"/>
              </a:spcAft>
              <a:buSzPts val="38400"/>
              <a:buNone/>
              <a:defRPr sz="38400"/>
            </a:lvl8pPr>
            <a:lvl9pPr lvl="8" algn="ctr">
              <a:spcBef>
                <a:spcPts val="0"/>
              </a:spcBef>
              <a:spcAft>
                <a:spcPts val="0"/>
              </a:spcAft>
              <a:buSzPts val="38400"/>
              <a:buNone/>
              <a:defRPr sz="38400"/>
            </a:lvl9pPr>
          </a:lstStyle>
          <a:p>
            <a:r>
              <a:t>xx%</a:t>
            </a:r>
          </a:p>
        </p:txBody>
      </p:sp>
      <p:sp>
        <p:nvSpPr>
          <p:cNvPr id="46" name="Google Shape;46;p11"/>
          <p:cNvSpPr txBox="1">
            <a:spLocks noGrp="1"/>
          </p:cNvSpPr>
          <p:nvPr>
            <p:ph type="body" idx="1"/>
          </p:nvPr>
        </p:nvSpPr>
        <p:spPr>
          <a:xfrm>
            <a:off x="997440" y="10087120"/>
            <a:ext cx="27265800" cy="4162500"/>
          </a:xfrm>
          <a:prstGeom prst="rect">
            <a:avLst/>
          </a:prstGeom>
        </p:spPr>
        <p:txBody>
          <a:bodyPr spcFirstLastPara="1" wrap="square" lIns="292550" tIns="292550" rIns="292550" bIns="292550" anchor="t" anchorCtr="0">
            <a:normAutofit/>
          </a:bodyPr>
          <a:lstStyle>
            <a:lvl1pPr marL="457200" lvl="0" indent="-596900" algn="ctr">
              <a:spcBef>
                <a:spcPts val="0"/>
              </a:spcBef>
              <a:spcAft>
                <a:spcPts val="0"/>
              </a:spcAft>
              <a:buSzPts val="5800"/>
              <a:buChar char="●"/>
              <a:defRPr/>
            </a:lvl1pPr>
            <a:lvl2pPr marL="914400" lvl="1" indent="-514350" algn="ctr">
              <a:spcBef>
                <a:spcPts val="0"/>
              </a:spcBef>
              <a:spcAft>
                <a:spcPts val="0"/>
              </a:spcAft>
              <a:buSzPts val="4500"/>
              <a:buChar char="○"/>
              <a:defRPr/>
            </a:lvl2pPr>
            <a:lvl3pPr marL="1371600" lvl="2" indent="-514350" algn="ctr">
              <a:spcBef>
                <a:spcPts val="0"/>
              </a:spcBef>
              <a:spcAft>
                <a:spcPts val="0"/>
              </a:spcAft>
              <a:buSzPts val="4500"/>
              <a:buChar char="■"/>
              <a:defRPr/>
            </a:lvl3pPr>
            <a:lvl4pPr marL="1828800" lvl="3" indent="-514350" algn="ctr">
              <a:spcBef>
                <a:spcPts val="0"/>
              </a:spcBef>
              <a:spcAft>
                <a:spcPts val="0"/>
              </a:spcAft>
              <a:buSzPts val="4500"/>
              <a:buChar char="●"/>
              <a:defRPr/>
            </a:lvl4pPr>
            <a:lvl5pPr marL="2286000" lvl="4" indent="-514350" algn="ctr">
              <a:spcBef>
                <a:spcPts val="0"/>
              </a:spcBef>
              <a:spcAft>
                <a:spcPts val="0"/>
              </a:spcAft>
              <a:buSzPts val="4500"/>
              <a:buChar char="○"/>
              <a:defRPr/>
            </a:lvl5pPr>
            <a:lvl6pPr marL="2743200" lvl="5" indent="-514350" algn="ctr">
              <a:spcBef>
                <a:spcPts val="0"/>
              </a:spcBef>
              <a:spcAft>
                <a:spcPts val="0"/>
              </a:spcAft>
              <a:buSzPts val="4500"/>
              <a:buChar char="■"/>
              <a:defRPr/>
            </a:lvl6pPr>
            <a:lvl7pPr marL="3200400" lvl="6" indent="-514350" algn="ctr">
              <a:spcBef>
                <a:spcPts val="0"/>
              </a:spcBef>
              <a:spcAft>
                <a:spcPts val="0"/>
              </a:spcAft>
              <a:buSzPts val="4500"/>
              <a:buChar char="●"/>
              <a:defRPr/>
            </a:lvl7pPr>
            <a:lvl8pPr marL="3657600" lvl="7" indent="-514350" algn="ctr">
              <a:spcBef>
                <a:spcPts val="0"/>
              </a:spcBef>
              <a:spcAft>
                <a:spcPts val="0"/>
              </a:spcAft>
              <a:buSzPts val="4500"/>
              <a:buChar char="○"/>
              <a:defRPr/>
            </a:lvl8pPr>
            <a:lvl9pPr marL="4114800" lvl="8" indent="-514350" algn="ctr">
              <a:spcBef>
                <a:spcPts val="0"/>
              </a:spcBef>
              <a:spcAft>
                <a:spcPts val="0"/>
              </a:spcAft>
              <a:buSzPts val="4500"/>
              <a:buChar char="■"/>
              <a:defRPr/>
            </a:lvl9pPr>
          </a:lstStyle>
          <a:p>
            <a:endParaRPr/>
          </a:p>
        </p:txBody>
      </p:sp>
      <p:sp>
        <p:nvSpPr>
          <p:cNvPr id="47" name="Google Shape;47;p11"/>
          <p:cNvSpPr txBox="1">
            <a:spLocks noGrp="1"/>
          </p:cNvSpPr>
          <p:nvPr>
            <p:ph type="sldNum" idx="12"/>
          </p:nvPr>
        </p:nvSpPr>
        <p:spPr>
          <a:xfrm>
            <a:off x="27111865" y="14922294"/>
            <a:ext cx="1755900" cy="12594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27111865" y="14922294"/>
            <a:ext cx="1755900" cy="12594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97440" y="1424080"/>
            <a:ext cx="27265800" cy="1832700"/>
          </a:xfrm>
          <a:prstGeom prst="rect">
            <a:avLst/>
          </a:prstGeom>
          <a:noFill/>
          <a:ln>
            <a:noFill/>
          </a:ln>
        </p:spPr>
        <p:txBody>
          <a:bodyPr spcFirstLastPara="1" wrap="square" lIns="292550" tIns="292550" rIns="292550" bIns="292550" anchor="t" anchorCtr="0">
            <a:normAutofit/>
          </a:bodyPr>
          <a:lstStyle>
            <a:lvl1pPr lvl="0">
              <a:spcBef>
                <a:spcPts val="0"/>
              </a:spcBef>
              <a:spcAft>
                <a:spcPts val="0"/>
              </a:spcAft>
              <a:buClr>
                <a:schemeClr val="dk1"/>
              </a:buClr>
              <a:buSzPts val="9000"/>
              <a:buNone/>
              <a:defRPr sz="9000">
                <a:solidFill>
                  <a:schemeClr val="dk1"/>
                </a:solidFill>
              </a:defRPr>
            </a:lvl1pPr>
            <a:lvl2pPr lvl="1">
              <a:spcBef>
                <a:spcPts val="0"/>
              </a:spcBef>
              <a:spcAft>
                <a:spcPts val="0"/>
              </a:spcAft>
              <a:buClr>
                <a:schemeClr val="dk1"/>
              </a:buClr>
              <a:buSzPts val="9000"/>
              <a:buNone/>
              <a:defRPr sz="9000">
                <a:solidFill>
                  <a:schemeClr val="dk1"/>
                </a:solidFill>
              </a:defRPr>
            </a:lvl2pPr>
            <a:lvl3pPr lvl="2">
              <a:spcBef>
                <a:spcPts val="0"/>
              </a:spcBef>
              <a:spcAft>
                <a:spcPts val="0"/>
              </a:spcAft>
              <a:buClr>
                <a:schemeClr val="dk1"/>
              </a:buClr>
              <a:buSzPts val="9000"/>
              <a:buNone/>
              <a:defRPr sz="9000">
                <a:solidFill>
                  <a:schemeClr val="dk1"/>
                </a:solidFill>
              </a:defRPr>
            </a:lvl3pPr>
            <a:lvl4pPr lvl="3">
              <a:spcBef>
                <a:spcPts val="0"/>
              </a:spcBef>
              <a:spcAft>
                <a:spcPts val="0"/>
              </a:spcAft>
              <a:buClr>
                <a:schemeClr val="dk1"/>
              </a:buClr>
              <a:buSzPts val="9000"/>
              <a:buNone/>
              <a:defRPr sz="9000">
                <a:solidFill>
                  <a:schemeClr val="dk1"/>
                </a:solidFill>
              </a:defRPr>
            </a:lvl4pPr>
            <a:lvl5pPr lvl="4">
              <a:spcBef>
                <a:spcPts val="0"/>
              </a:spcBef>
              <a:spcAft>
                <a:spcPts val="0"/>
              </a:spcAft>
              <a:buClr>
                <a:schemeClr val="dk1"/>
              </a:buClr>
              <a:buSzPts val="9000"/>
              <a:buNone/>
              <a:defRPr sz="9000">
                <a:solidFill>
                  <a:schemeClr val="dk1"/>
                </a:solidFill>
              </a:defRPr>
            </a:lvl5pPr>
            <a:lvl6pPr lvl="5">
              <a:spcBef>
                <a:spcPts val="0"/>
              </a:spcBef>
              <a:spcAft>
                <a:spcPts val="0"/>
              </a:spcAft>
              <a:buClr>
                <a:schemeClr val="dk1"/>
              </a:buClr>
              <a:buSzPts val="9000"/>
              <a:buNone/>
              <a:defRPr sz="9000">
                <a:solidFill>
                  <a:schemeClr val="dk1"/>
                </a:solidFill>
              </a:defRPr>
            </a:lvl6pPr>
            <a:lvl7pPr lvl="6">
              <a:spcBef>
                <a:spcPts val="0"/>
              </a:spcBef>
              <a:spcAft>
                <a:spcPts val="0"/>
              </a:spcAft>
              <a:buClr>
                <a:schemeClr val="dk1"/>
              </a:buClr>
              <a:buSzPts val="9000"/>
              <a:buNone/>
              <a:defRPr sz="9000">
                <a:solidFill>
                  <a:schemeClr val="dk1"/>
                </a:solidFill>
              </a:defRPr>
            </a:lvl7pPr>
            <a:lvl8pPr lvl="7">
              <a:spcBef>
                <a:spcPts val="0"/>
              </a:spcBef>
              <a:spcAft>
                <a:spcPts val="0"/>
              </a:spcAft>
              <a:buClr>
                <a:schemeClr val="dk1"/>
              </a:buClr>
              <a:buSzPts val="9000"/>
              <a:buNone/>
              <a:defRPr sz="9000">
                <a:solidFill>
                  <a:schemeClr val="dk1"/>
                </a:solidFill>
              </a:defRPr>
            </a:lvl8pPr>
            <a:lvl9pPr lvl="8">
              <a:spcBef>
                <a:spcPts val="0"/>
              </a:spcBef>
              <a:spcAft>
                <a:spcPts val="0"/>
              </a:spcAft>
              <a:buClr>
                <a:schemeClr val="dk1"/>
              </a:buClr>
              <a:buSzPts val="9000"/>
              <a:buNone/>
              <a:defRPr sz="9000">
                <a:solidFill>
                  <a:schemeClr val="dk1"/>
                </a:solidFill>
              </a:defRPr>
            </a:lvl9pPr>
          </a:lstStyle>
          <a:p>
            <a:endParaRPr/>
          </a:p>
        </p:txBody>
      </p:sp>
      <p:sp>
        <p:nvSpPr>
          <p:cNvPr id="7" name="Google Shape;7;p1"/>
          <p:cNvSpPr txBox="1">
            <a:spLocks noGrp="1"/>
          </p:cNvSpPr>
          <p:nvPr>
            <p:ph type="body" idx="1"/>
          </p:nvPr>
        </p:nvSpPr>
        <p:spPr>
          <a:xfrm>
            <a:off x="997440" y="3687920"/>
            <a:ext cx="27265800" cy="10932600"/>
          </a:xfrm>
          <a:prstGeom prst="rect">
            <a:avLst/>
          </a:prstGeom>
          <a:noFill/>
          <a:ln>
            <a:noFill/>
          </a:ln>
        </p:spPr>
        <p:txBody>
          <a:bodyPr spcFirstLastPara="1" wrap="square" lIns="292550" tIns="292550" rIns="292550" bIns="292550" anchor="t" anchorCtr="0">
            <a:normAutofit/>
          </a:bodyPr>
          <a:lstStyle>
            <a:lvl1pPr marL="457200" lvl="0" indent="-596900">
              <a:lnSpc>
                <a:spcPct val="115000"/>
              </a:lnSpc>
              <a:spcBef>
                <a:spcPts val="0"/>
              </a:spcBef>
              <a:spcAft>
                <a:spcPts val="0"/>
              </a:spcAft>
              <a:buClr>
                <a:schemeClr val="dk2"/>
              </a:buClr>
              <a:buSzPts val="5800"/>
              <a:buChar char="●"/>
              <a:defRPr sz="5800">
                <a:solidFill>
                  <a:schemeClr val="dk2"/>
                </a:solidFill>
              </a:defRPr>
            </a:lvl1pPr>
            <a:lvl2pPr marL="914400" lvl="1" indent="-514350">
              <a:lnSpc>
                <a:spcPct val="115000"/>
              </a:lnSpc>
              <a:spcBef>
                <a:spcPts val="0"/>
              </a:spcBef>
              <a:spcAft>
                <a:spcPts val="0"/>
              </a:spcAft>
              <a:buClr>
                <a:schemeClr val="dk2"/>
              </a:buClr>
              <a:buSzPts val="4500"/>
              <a:buChar char="○"/>
              <a:defRPr sz="4500">
                <a:solidFill>
                  <a:schemeClr val="dk2"/>
                </a:solidFill>
              </a:defRPr>
            </a:lvl2pPr>
            <a:lvl3pPr marL="1371600" lvl="2" indent="-514350">
              <a:lnSpc>
                <a:spcPct val="115000"/>
              </a:lnSpc>
              <a:spcBef>
                <a:spcPts val="0"/>
              </a:spcBef>
              <a:spcAft>
                <a:spcPts val="0"/>
              </a:spcAft>
              <a:buClr>
                <a:schemeClr val="dk2"/>
              </a:buClr>
              <a:buSzPts val="4500"/>
              <a:buChar char="■"/>
              <a:defRPr sz="4500">
                <a:solidFill>
                  <a:schemeClr val="dk2"/>
                </a:solidFill>
              </a:defRPr>
            </a:lvl3pPr>
            <a:lvl4pPr marL="1828800" lvl="3" indent="-514350">
              <a:lnSpc>
                <a:spcPct val="115000"/>
              </a:lnSpc>
              <a:spcBef>
                <a:spcPts val="0"/>
              </a:spcBef>
              <a:spcAft>
                <a:spcPts val="0"/>
              </a:spcAft>
              <a:buClr>
                <a:schemeClr val="dk2"/>
              </a:buClr>
              <a:buSzPts val="4500"/>
              <a:buChar char="●"/>
              <a:defRPr sz="4500">
                <a:solidFill>
                  <a:schemeClr val="dk2"/>
                </a:solidFill>
              </a:defRPr>
            </a:lvl4pPr>
            <a:lvl5pPr marL="2286000" lvl="4" indent="-514350">
              <a:lnSpc>
                <a:spcPct val="115000"/>
              </a:lnSpc>
              <a:spcBef>
                <a:spcPts val="0"/>
              </a:spcBef>
              <a:spcAft>
                <a:spcPts val="0"/>
              </a:spcAft>
              <a:buClr>
                <a:schemeClr val="dk2"/>
              </a:buClr>
              <a:buSzPts val="4500"/>
              <a:buChar char="○"/>
              <a:defRPr sz="4500">
                <a:solidFill>
                  <a:schemeClr val="dk2"/>
                </a:solidFill>
              </a:defRPr>
            </a:lvl5pPr>
            <a:lvl6pPr marL="2743200" lvl="5" indent="-514350">
              <a:lnSpc>
                <a:spcPct val="115000"/>
              </a:lnSpc>
              <a:spcBef>
                <a:spcPts val="0"/>
              </a:spcBef>
              <a:spcAft>
                <a:spcPts val="0"/>
              </a:spcAft>
              <a:buClr>
                <a:schemeClr val="dk2"/>
              </a:buClr>
              <a:buSzPts val="4500"/>
              <a:buChar char="■"/>
              <a:defRPr sz="4500">
                <a:solidFill>
                  <a:schemeClr val="dk2"/>
                </a:solidFill>
              </a:defRPr>
            </a:lvl6pPr>
            <a:lvl7pPr marL="3200400" lvl="6" indent="-514350">
              <a:lnSpc>
                <a:spcPct val="115000"/>
              </a:lnSpc>
              <a:spcBef>
                <a:spcPts val="0"/>
              </a:spcBef>
              <a:spcAft>
                <a:spcPts val="0"/>
              </a:spcAft>
              <a:buClr>
                <a:schemeClr val="dk2"/>
              </a:buClr>
              <a:buSzPts val="4500"/>
              <a:buChar char="●"/>
              <a:defRPr sz="4500">
                <a:solidFill>
                  <a:schemeClr val="dk2"/>
                </a:solidFill>
              </a:defRPr>
            </a:lvl7pPr>
            <a:lvl8pPr marL="3657600" lvl="7" indent="-514350">
              <a:lnSpc>
                <a:spcPct val="115000"/>
              </a:lnSpc>
              <a:spcBef>
                <a:spcPts val="0"/>
              </a:spcBef>
              <a:spcAft>
                <a:spcPts val="0"/>
              </a:spcAft>
              <a:buClr>
                <a:schemeClr val="dk2"/>
              </a:buClr>
              <a:buSzPts val="4500"/>
              <a:buChar char="○"/>
              <a:defRPr sz="4500">
                <a:solidFill>
                  <a:schemeClr val="dk2"/>
                </a:solidFill>
              </a:defRPr>
            </a:lvl8pPr>
            <a:lvl9pPr marL="4114800" lvl="8" indent="-514350">
              <a:lnSpc>
                <a:spcPct val="115000"/>
              </a:lnSpc>
              <a:spcBef>
                <a:spcPts val="0"/>
              </a:spcBef>
              <a:spcAft>
                <a:spcPts val="0"/>
              </a:spcAft>
              <a:buClr>
                <a:schemeClr val="dk2"/>
              </a:buClr>
              <a:buSzPts val="4500"/>
              <a:buChar char="■"/>
              <a:defRPr sz="4500">
                <a:solidFill>
                  <a:schemeClr val="dk2"/>
                </a:solidFill>
              </a:defRPr>
            </a:lvl9pPr>
          </a:lstStyle>
          <a:p>
            <a:endParaRPr/>
          </a:p>
        </p:txBody>
      </p:sp>
      <p:sp>
        <p:nvSpPr>
          <p:cNvPr id="8" name="Google Shape;8;p1"/>
          <p:cNvSpPr txBox="1">
            <a:spLocks noGrp="1"/>
          </p:cNvSpPr>
          <p:nvPr>
            <p:ph type="sldNum" idx="12"/>
          </p:nvPr>
        </p:nvSpPr>
        <p:spPr>
          <a:xfrm>
            <a:off x="27111865" y="14922294"/>
            <a:ext cx="1755900" cy="1259400"/>
          </a:xfrm>
          <a:prstGeom prst="rect">
            <a:avLst/>
          </a:prstGeom>
          <a:noFill/>
          <a:ln>
            <a:noFill/>
          </a:ln>
        </p:spPr>
        <p:txBody>
          <a:bodyPr spcFirstLastPara="1" wrap="square" lIns="292550" tIns="292550" rIns="292550" bIns="292550" anchor="ctr" anchorCtr="0">
            <a:normAutofit/>
          </a:bodyPr>
          <a:lstStyle>
            <a:lvl1pPr lvl="0" algn="r">
              <a:buNone/>
              <a:defRPr sz="3200">
                <a:solidFill>
                  <a:schemeClr val="dk2"/>
                </a:solidFill>
              </a:defRPr>
            </a:lvl1pPr>
            <a:lvl2pPr lvl="1" algn="r">
              <a:buNone/>
              <a:defRPr sz="3200">
                <a:solidFill>
                  <a:schemeClr val="dk2"/>
                </a:solidFill>
              </a:defRPr>
            </a:lvl2pPr>
            <a:lvl3pPr lvl="2" algn="r">
              <a:buNone/>
              <a:defRPr sz="3200">
                <a:solidFill>
                  <a:schemeClr val="dk2"/>
                </a:solidFill>
              </a:defRPr>
            </a:lvl3pPr>
            <a:lvl4pPr lvl="3" algn="r">
              <a:buNone/>
              <a:defRPr sz="3200">
                <a:solidFill>
                  <a:schemeClr val="dk2"/>
                </a:solidFill>
              </a:defRPr>
            </a:lvl4pPr>
            <a:lvl5pPr lvl="4" algn="r">
              <a:buNone/>
              <a:defRPr sz="3200">
                <a:solidFill>
                  <a:schemeClr val="dk2"/>
                </a:solidFill>
              </a:defRPr>
            </a:lvl5pPr>
            <a:lvl6pPr lvl="5" algn="r">
              <a:buNone/>
              <a:defRPr sz="3200">
                <a:solidFill>
                  <a:schemeClr val="dk2"/>
                </a:solidFill>
              </a:defRPr>
            </a:lvl6pPr>
            <a:lvl7pPr lvl="6" algn="r">
              <a:buNone/>
              <a:defRPr sz="3200">
                <a:solidFill>
                  <a:schemeClr val="dk2"/>
                </a:solidFill>
              </a:defRPr>
            </a:lvl7pPr>
            <a:lvl8pPr lvl="7" algn="r">
              <a:buNone/>
              <a:defRPr sz="3200">
                <a:solidFill>
                  <a:schemeClr val="dk2"/>
                </a:solidFill>
              </a:defRPr>
            </a:lvl8pPr>
            <a:lvl9pPr lvl="8" algn="r">
              <a:buNone/>
              <a:defRPr sz="32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B101C513-5FBB-2AD4-7D2C-EC1BF1DD0F12}"/>
            </a:ext>
          </a:extLst>
        </p:cNvPr>
        <p:cNvGrpSpPr/>
        <p:nvPr/>
      </p:nvGrpSpPr>
      <p:grpSpPr>
        <a:xfrm>
          <a:off x="0" y="0"/>
          <a:ext cx="0" cy="0"/>
          <a:chOff x="0" y="0"/>
          <a:chExt cx="0" cy="0"/>
        </a:xfrm>
      </p:grpSpPr>
      <p:sp>
        <p:nvSpPr>
          <p:cNvPr id="21" name="Google Shape;54;p13">
            <a:extLst>
              <a:ext uri="{FF2B5EF4-FFF2-40B4-BE49-F238E27FC236}">
                <a16:creationId xmlns:a16="http://schemas.microsoft.com/office/drawing/2014/main" id="{CC05B340-984A-6ADF-4BDE-CAE4B13315B3}"/>
              </a:ext>
            </a:extLst>
          </p:cNvPr>
          <p:cNvSpPr/>
          <p:nvPr/>
        </p:nvSpPr>
        <p:spPr>
          <a:xfrm>
            <a:off x="457200" y="457200"/>
            <a:ext cx="28346400" cy="1499662"/>
          </a:xfrm>
          <a:prstGeom prst="roundRect">
            <a:avLst>
              <a:gd name="adj" fmla="val 6500"/>
            </a:avLst>
          </a:prstGeom>
          <a:solidFill>
            <a:srgbClr val="E6E6E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55;p13">
            <a:extLst>
              <a:ext uri="{FF2B5EF4-FFF2-40B4-BE49-F238E27FC236}">
                <a16:creationId xmlns:a16="http://schemas.microsoft.com/office/drawing/2014/main" id="{8224E9BB-5BEF-D580-05E3-FF3F3B6CAE97}"/>
              </a:ext>
            </a:extLst>
          </p:cNvPr>
          <p:cNvSpPr txBox="1"/>
          <p:nvPr/>
        </p:nvSpPr>
        <p:spPr>
          <a:xfrm>
            <a:off x="4617825" y="691406"/>
            <a:ext cx="20025150" cy="923299"/>
          </a:xfrm>
          <a:prstGeom prst="rect">
            <a:avLst/>
          </a:prstGeom>
          <a:noFill/>
          <a:ln>
            <a:noFill/>
          </a:ln>
        </p:spPr>
        <p:txBody>
          <a:bodyPr spcFirstLastPara="1" wrap="square" lIns="91425" tIns="91425" rIns="91425" bIns="91425" anchor="t" anchorCtr="0">
            <a:spAutoFit/>
          </a:bodyPr>
          <a:lstStyle/>
          <a:p>
            <a:pPr algn="ctr"/>
            <a:r>
              <a:rPr lang="en-US" sz="4800" dirty="0">
                <a:latin typeface="Outfit SemiBold"/>
              </a:rPr>
              <a:t>Surface Water and Drinking Water Contaminants in Kansas</a:t>
            </a:r>
          </a:p>
        </p:txBody>
      </p:sp>
      <p:pic>
        <p:nvPicPr>
          <p:cNvPr id="23" name="Google Shape;56;p13">
            <a:extLst>
              <a:ext uri="{FF2B5EF4-FFF2-40B4-BE49-F238E27FC236}">
                <a16:creationId xmlns:a16="http://schemas.microsoft.com/office/drawing/2014/main" id="{46742FFD-6DEC-E846-4BE5-8D74103A97C4}"/>
              </a:ext>
            </a:extLst>
          </p:cNvPr>
          <p:cNvPicPr preferRelativeResize="0"/>
          <p:nvPr/>
        </p:nvPicPr>
        <p:blipFill>
          <a:blip r:embed="rId3">
            <a:alphaModFix/>
          </a:blip>
          <a:stretch>
            <a:fillRect/>
          </a:stretch>
        </p:blipFill>
        <p:spPr>
          <a:xfrm>
            <a:off x="884802" y="678274"/>
            <a:ext cx="3765575" cy="1119426"/>
          </a:xfrm>
          <a:prstGeom prst="rect">
            <a:avLst/>
          </a:prstGeom>
          <a:noFill/>
          <a:ln>
            <a:noFill/>
          </a:ln>
        </p:spPr>
      </p:pic>
      <p:pic>
        <p:nvPicPr>
          <p:cNvPr id="24" name="Google Shape;57;p13">
            <a:extLst>
              <a:ext uri="{FF2B5EF4-FFF2-40B4-BE49-F238E27FC236}">
                <a16:creationId xmlns:a16="http://schemas.microsoft.com/office/drawing/2014/main" id="{B32322BC-BE6E-9CED-7247-8CAC2F9BB047}"/>
              </a:ext>
            </a:extLst>
          </p:cNvPr>
          <p:cNvPicPr preferRelativeResize="0"/>
          <p:nvPr/>
        </p:nvPicPr>
        <p:blipFill>
          <a:blip r:embed="rId4">
            <a:alphaModFix/>
          </a:blip>
          <a:stretch>
            <a:fillRect/>
          </a:stretch>
        </p:blipFill>
        <p:spPr>
          <a:xfrm>
            <a:off x="24241457" y="688802"/>
            <a:ext cx="4382589" cy="1391351"/>
          </a:xfrm>
          <a:prstGeom prst="rect">
            <a:avLst/>
          </a:prstGeom>
          <a:noFill/>
          <a:ln>
            <a:noFill/>
          </a:ln>
        </p:spPr>
      </p:pic>
      <p:sp>
        <p:nvSpPr>
          <p:cNvPr id="26" name="Google Shape;59;p13">
            <a:extLst>
              <a:ext uri="{FF2B5EF4-FFF2-40B4-BE49-F238E27FC236}">
                <a16:creationId xmlns:a16="http://schemas.microsoft.com/office/drawing/2014/main" id="{B9B76585-8174-61FC-AD34-C7B64FE151F2}"/>
              </a:ext>
            </a:extLst>
          </p:cNvPr>
          <p:cNvSpPr/>
          <p:nvPr/>
        </p:nvSpPr>
        <p:spPr>
          <a:xfrm>
            <a:off x="457200" y="2177936"/>
            <a:ext cx="9283336" cy="14098384"/>
          </a:xfrm>
          <a:prstGeom prst="roundRect">
            <a:avLst>
              <a:gd name="adj" fmla="val 1215"/>
            </a:avLst>
          </a:prstGeom>
          <a:solidFill>
            <a:srgbClr val="F6F6F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60;p13">
            <a:extLst>
              <a:ext uri="{FF2B5EF4-FFF2-40B4-BE49-F238E27FC236}">
                <a16:creationId xmlns:a16="http://schemas.microsoft.com/office/drawing/2014/main" id="{DF994CEA-19B2-CC7B-D70B-05DD16D7B472}"/>
              </a:ext>
            </a:extLst>
          </p:cNvPr>
          <p:cNvSpPr/>
          <p:nvPr/>
        </p:nvSpPr>
        <p:spPr>
          <a:xfrm>
            <a:off x="10058400" y="2177936"/>
            <a:ext cx="9233264" cy="14098384"/>
          </a:xfrm>
          <a:prstGeom prst="roundRect">
            <a:avLst>
              <a:gd name="adj" fmla="val 1786"/>
            </a:avLst>
          </a:prstGeom>
          <a:solidFill>
            <a:srgbClr val="F6F6F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lang="en-US" dirty="0"/>
          </a:p>
        </p:txBody>
      </p:sp>
      <p:sp>
        <p:nvSpPr>
          <p:cNvPr id="28" name="Google Shape;61;p13">
            <a:extLst>
              <a:ext uri="{FF2B5EF4-FFF2-40B4-BE49-F238E27FC236}">
                <a16:creationId xmlns:a16="http://schemas.microsoft.com/office/drawing/2014/main" id="{583D712D-7D83-BBF5-77AE-429CE9F182D4}"/>
              </a:ext>
            </a:extLst>
          </p:cNvPr>
          <p:cNvSpPr/>
          <p:nvPr/>
        </p:nvSpPr>
        <p:spPr>
          <a:xfrm>
            <a:off x="19659600" y="2177935"/>
            <a:ext cx="9144000" cy="14098385"/>
          </a:xfrm>
          <a:prstGeom prst="roundRect">
            <a:avLst>
              <a:gd name="adj" fmla="val 1786"/>
            </a:avLst>
          </a:prstGeom>
          <a:solidFill>
            <a:srgbClr val="F6F6F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62;p13">
            <a:extLst>
              <a:ext uri="{FF2B5EF4-FFF2-40B4-BE49-F238E27FC236}">
                <a16:creationId xmlns:a16="http://schemas.microsoft.com/office/drawing/2014/main" id="{74EE9146-D526-A52F-25F1-D20D16A4555D}"/>
              </a:ext>
            </a:extLst>
          </p:cNvPr>
          <p:cNvSpPr txBox="1"/>
          <p:nvPr/>
        </p:nvSpPr>
        <p:spPr>
          <a:xfrm>
            <a:off x="638352" y="3173800"/>
            <a:ext cx="8686800" cy="5919544"/>
          </a:xfrm>
          <a:prstGeom prst="rect">
            <a:avLst/>
          </a:prstGeom>
          <a:noFill/>
          <a:ln>
            <a:noFill/>
          </a:ln>
        </p:spPr>
        <p:txBody>
          <a:bodyPr spcFirstLastPara="1" wrap="square" lIns="91425" tIns="91425" rIns="91425" bIns="91425" anchor="t" anchorCtr="0">
            <a:noAutofit/>
          </a:bodyPr>
          <a:lstStyle/>
          <a:p>
            <a:r>
              <a:rPr lang="en-US" sz="2500" dirty="0">
                <a:latin typeface="Helvetica Neue" panose="02000503000000020004" pitchFamily="2" charset="0"/>
                <a:ea typeface="Helvetica Neue" panose="02000503000000020004" pitchFamily="2" charset="0"/>
                <a:cs typeface="Helvetica Neue" panose="02000503000000020004" pitchFamily="2" charset="0"/>
              </a:rPr>
              <a:t>This project analyzes water quality conditions in Kansas to understand how contamination in surface water may affect community drinking water systems. The project was developed in collaboration with the Kansas Data Science Consortium (KDSC) and community partner ARISE.</a:t>
            </a:r>
          </a:p>
          <a:p>
            <a:r>
              <a:rPr lang="en-US" sz="2500" dirty="0">
                <a:latin typeface="Helvetica Neue" panose="02000503000000020004" pitchFamily="2" charset="0"/>
                <a:ea typeface="Helvetica Neue" panose="02000503000000020004" pitchFamily="2" charset="0"/>
                <a:cs typeface="Helvetica Neue" panose="02000503000000020004" pitchFamily="2" charset="0"/>
              </a:rPr>
              <a:t>The main goal is to identify important contaminants in drinking water and examine whether similar patterns appear in surface water data. Due to missing geographic identifiers in the drinking water dataset, a direct linkage between surface water and drinking water systems was not possible.</a:t>
            </a:r>
          </a:p>
          <a:p>
            <a:endParaRPr lang="en-US" sz="2500" dirty="0">
              <a:latin typeface="Helvetica Neue" panose="02000503000000020004" pitchFamily="2" charset="0"/>
              <a:ea typeface="Helvetica Neue" panose="02000503000000020004" pitchFamily="2" charset="0"/>
              <a:cs typeface="Helvetica Neue" panose="02000503000000020004" pitchFamily="2" charset="0"/>
            </a:endParaRPr>
          </a:p>
          <a:p>
            <a:r>
              <a:rPr lang="en-US" sz="2500" dirty="0">
                <a:latin typeface="Helvetica Neue" panose="02000503000000020004" pitchFamily="2" charset="0"/>
                <a:ea typeface="Helvetica Neue" panose="02000503000000020004" pitchFamily="2" charset="0"/>
                <a:cs typeface="Helvetica Neue" panose="02000503000000020004" pitchFamily="2" charset="0"/>
              </a:rPr>
              <a:t>Instead, the project focuses on two components:</a:t>
            </a:r>
          </a:p>
          <a:p>
            <a:pPr marL="342900" indent="-342900">
              <a:buFont typeface="Arial" panose="020B0604020202020204" pitchFamily="34" charset="0"/>
              <a:buChar char="•"/>
            </a:pPr>
            <a:r>
              <a:rPr lang="en-US" sz="2500" dirty="0">
                <a:latin typeface="Helvetica Neue" panose="02000503000000020004" pitchFamily="2" charset="0"/>
                <a:ea typeface="Helvetica Neue" panose="02000503000000020004" pitchFamily="2" charset="0"/>
                <a:cs typeface="Helvetica Neue" panose="02000503000000020004" pitchFamily="2" charset="0"/>
              </a:rPr>
              <a:t>Statistical analysis of drinking water contaminants </a:t>
            </a:r>
          </a:p>
          <a:p>
            <a:pPr marL="342900" indent="-342900">
              <a:buFont typeface="Arial" panose="020B0604020202020204" pitchFamily="34" charset="0"/>
              <a:buChar char="•"/>
            </a:pPr>
            <a:r>
              <a:rPr lang="en-US" sz="2500" dirty="0">
                <a:latin typeface="Helvetica Neue" panose="02000503000000020004" pitchFamily="2" charset="0"/>
                <a:ea typeface="Helvetica Neue" panose="02000503000000020004" pitchFamily="2" charset="0"/>
                <a:cs typeface="Helvetica Neue" panose="02000503000000020004" pitchFamily="2" charset="0"/>
              </a:rPr>
              <a:t>Spatial and temporal analysis of surface water measurements</a:t>
            </a:r>
          </a:p>
        </p:txBody>
      </p:sp>
      <p:sp>
        <p:nvSpPr>
          <p:cNvPr id="30" name="Google Shape;63;p13">
            <a:extLst>
              <a:ext uri="{FF2B5EF4-FFF2-40B4-BE49-F238E27FC236}">
                <a16:creationId xmlns:a16="http://schemas.microsoft.com/office/drawing/2014/main" id="{38673F69-1017-FC74-0CBC-D8E49A277A9E}"/>
              </a:ext>
            </a:extLst>
          </p:cNvPr>
          <p:cNvSpPr txBox="1"/>
          <p:nvPr/>
        </p:nvSpPr>
        <p:spPr>
          <a:xfrm>
            <a:off x="685800" y="2250400"/>
            <a:ext cx="8686800" cy="86174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400" dirty="0">
                <a:latin typeface="Outfit SemiBold"/>
                <a:ea typeface="Outfit SemiBold"/>
                <a:cs typeface="Outfit SemiBold"/>
                <a:sym typeface="Outfit SemiBold"/>
              </a:rPr>
              <a:t>Introduction</a:t>
            </a:r>
            <a:endParaRPr sz="4400" dirty="0">
              <a:latin typeface="Outfit SemiBold"/>
              <a:ea typeface="Outfit SemiBold"/>
              <a:cs typeface="Outfit SemiBold"/>
              <a:sym typeface="Outfit SemiBold"/>
            </a:endParaRPr>
          </a:p>
        </p:txBody>
      </p:sp>
      <p:sp>
        <p:nvSpPr>
          <p:cNvPr id="31" name="Google Shape;64;p13">
            <a:extLst>
              <a:ext uri="{FF2B5EF4-FFF2-40B4-BE49-F238E27FC236}">
                <a16:creationId xmlns:a16="http://schemas.microsoft.com/office/drawing/2014/main" id="{D5FF27F0-62A1-4C3F-9F3B-11E417A75E2F}"/>
              </a:ext>
            </a:extLst>
          </p:cNvPr>
          <p:cNvSpPr txBox="1"/>
          <p:nvPr/>
        </p:nvSpPr>
        <p:spPr>
          <a:xfrm>
            <a:off x="638352" y="9123088"/>
            <a:ext cx="8686800" cy="86174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400" dirty="0">
                <a:latin typeface="Outfit SemiBold"/>
                <a:ea typeface="Outfit SemiBold"/>
                <a:cs typeface="Outfit SemiBold"/>
                <a:sym typeface="Outfit SemiBold"/>
              </a:rPr>
              <a:t>Data Source &amp; Preparation</a:t>
            </a:r>
            <a:endParaRPr sz="4400" dirty="0">
              <a:latin typeface="Outfit SemiBold"/>
              <a:ea typeface="Outfit SemiBold"/>
              <a:cs typeface="Outfit SemiBold"/>
              <a:sym typeface="Outfit SemiBold"/>
            </a:endParaRPr>
          </a:p>
        </p:txBody>
      </p:sp>
      <p:sp>
        <p:nvSpPr>
          <p:cNvPr id="33" name="Google Shape;65;p13">
            <a:extLst>
              <a:ext uri="{FF2B5EF4-FFF2-40B4-BE49-F238E27FC236}">
                <a16:creationId xmlns:a16="http://schemas.microsoft.com/office/drawing/2014/main" id="{C9BB0F69-F690-E68C-E80C-9A892983CFA5}"/>
              </a:ext>
            </a:extLst>
          </p:cNvPr>
          <p:cNvSpPr txBox="1"/>
          <p:nvPr/>
        </p:nvSpPr>
        <p:spPr>
          <a:xfrm>
            <a:off x="10195940" y="2250502"/>
            <a:ext cx="8686800" cy="86174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400" dirty="0">
                <a:latin typeface="Outfit SemiBold"/>
                <a:ea typeface="Outfit SemiBold"/>
                <a:cs typeface="Outfit SemiBold"/>
                <a:sym typeface="Outfit SemiBold"/>
              </a:rPr>
              <a:t>Results</a:t>
            </a:r>
            <a:endParaRPr sz="4400" dirty="0">
              <a:latin typeface="Outfit SemiBold"/>
              <a:ea typeface="Outfit SemiBold"/>
              <a:cs typeface="Outfit SemiBold"/>
              <a:sym typeface="Outfit SemiBold"/>
            </a:endParaRPr>
          </a:p>
        </p:txBody>
      </p:sp>
      <p:sp>
        <p:nvSpPr>
          <p:cNvPr id="34" name="Google Shape;66;p13">
            <a:extLst>
              <a:ext uri="{FF2B5EF4-FFF2-40B4-BE49-F238E27FC236}">
                <a16:creationId xmlns:a16="http://schemas.microsoft.com/office/drawing/2014/main" id="{DE4884C1-5B73-0A8B-6439-F3E7F00B9B28}"/>
              </a:ext>
            </a:extLst>
          </p:cNvPr>
          <p:cNvSpPr txBox="1"/>
          <p:nvPr/>
        </p:nvSpPr>
        <p:spPr>
          <a:xfrm>
            <a:off x="19682692" y="8404958"/>
            <a:ext cx="8597535" cy="86174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400" dirty="0">
                <a:latin typeface="Outfit SemiBold"/>
                <a:ea typeface="Outfit SemiBold"/>
                <a:cs typeface="Outfit SemiBold"/>
                <a:sym typeface="Outfit SemiBold"/>
              </a:rPr>
              <a:t>Discussion</a:t>
            </a:r>
            <a:endParaRPr sz="4400" dirty="0">
              <a:latin typeface="Outfit SemiBold"/>
              <a:ea typeface="Outfit SemiBold"/>
              <a:cs typeface="Outfit SemiBold"/>
              <a:sym typeface="Outfit SemiBold"/>
            </a:endParaRPr>
          </a:p>
        </p:txBody>
      </p:sp>
      <p:sp>
        <p:nvSpPr>
          <p:cNvPr id="35" name="Google Shape;67;p13">
            <a:extLst>
              <a:ext uri="{FF2B5EF4-FFF2-40B4-BE49-F238E27FC236}">
                <a16:creationId xmlns:a16="http://schemas.microsoft.com/office/drawing/2014/main" id="{AE10A53B-DFE8-3036-7EDE-76B6AE50EB97}"/>
              </a:ext>
            </a:extLst>
          </p:cNvPr>
          <p:cNvSpPr txBox="1"/>
          <p:nvPr/>
        </p:nvSpPr>
        <p:spPr>
          <a:xfrm>
            <a:off x="685800" y="10180258"/>
            <a:ext cx="8432074" cy="6096062"/>
          </a:xfrm>
          <a:prstGeom prst="rect">
            <a:avLst/>
          </a:prstGeom>
          <a:noFill/>
          <a:ln>
            <a:noFill/>
          </a:ln>
        </p:spPr>
        <p:txBody>
          <a:bodyPr spcFirstLastPara="1" wrap="square" lIns="91425" tIns="91425" rIns="91425" bIns="91425" anchor="t" anchorCtr="0">
            <a:noAutofit/>
          </a:bodyPr>
          <a:lstStyle/>
          <a:p>
            <a:r>
              <a:rPr lang="en-US" sz="2500" dirty="0">
                <a:latin typeface="Helvetica Neue" panose="02000503000000020004" pitchFamily="2" charset="0"/>
                <a:ea typeface="Helvetica Neue" panose="02000503000000020004" pitchFamily="2" charset="0"/>
                <a:cs typeface="Helvetica Neue" panose="02000503000000020004" pitchFamily="2" charset="0"/>
              </a:rPr>
              <a:t>Two datasets were used:</a:t>
            </a:r>
          </a:p>
          <a:p>
            <a:r>
              <a:rPr lang="en-US" sz="2500" b="1" dirty="0">
                <a:latin typeface="Helvetica Neue" panose="02000503000000020004" pitchFamily="2" charset="0"/>
                <a:ea typeface="Helvetica Neue" panose="02000503000000020004" pitchFamily="2" charset="0"/>
                <a:cs typeface="Helvetica Neue" panose="02000503000000020004" pitchFamily="2" charset="0"/>
              </a:rPr>
              <a:t>Drinking Water Dataset (CCR)</a:t>
            </a:r>
            <a:r>
              <a:rPr lang="en-US" sz="2500" dirty="0">
                <a:latin typeface="Helvetica Neue" panose="02000503000000020004" pitchFamily="2" charset="0"/>
                <a:ea typeface="Helvetica Neue" panose="02000503000000020004" pitchFamily="2" charset="0"/>
                <a:cs typeface="Helvetica Neue" panose="02000503000000020004" pitchFamily="2" charset="0"/>
              </a:rPr>
              <a:t> </a:t>
            </a:r>
          </a:p>
          <a:p>
            <a:pPr marL="342900" lvl="1" indent="-342900">
              <a:buFont typeface="Arial" panose="020B0604020202020204" pitchFamily="34" charset="0"/>
              <a:buChar char="•"/>
            </a:pPr>
            <a:r>
              <a:rPr lang="en-US" sz="2500" dirty="0">
                <a:latin typeface="Helvetica Neue" panose="02000503000000020004" pitchFamily="2" charset="0"/>
                <a:ea typeface="Helvetica Neue" panose="02000503000000020004" pitchFamily="2" charset="0"/>
                <a:cs typeface="Helvetica Neue" panose="02000503000000020004" pitchFamily="2" charset="0"/>
              </a:rPr>
              <a:t>Municipal water system reports </a:t>
            </a:r>
          </a:p>
          <a:p>
            <a:pPr marL="342900" lvl="1" indent="-342900">
              <a:buFont typeface="Arial" panose="020B0604020202020204" pitchFamily="34" charset="0"/>
              <a:buChar char="•"/>
            </a:pPr>
            <a:r>
              <a:rPr lang="en-US" sz="2500" dirty="0">
                <a:latin typeface="Helvetica Neue" panose="02000503000000020004" pitchFamily="2" charset="0"/>
                <a:ea typeface="Helvetica Neue" panose="02000503000000020004" pitchFamily="2" charset="0"/>
                <a:cs typeface="Helvetica Neue" panose="02000503000000020004" pitchFamily="2" charset="0"/>
              </a:rPr>
              <a:t>Cleaned and standardized to ppb </a:t>
            </a:r>
          </a:p>
          <a:p>
            <a:pPr marL="342900" lvl="1" indent="-342900">
              <a:buFont typeface="Arial" panose="020B0604020202020204" pitchFamily="34" charset="0"/>
              <a:buChar char="•"/>
            </a:pPr>
            <a:r>
              <a:rPr lang="en-US" sz="2500" dirty="0">
                <a:latin typeface="Helvetica Neue" panose="02000503000000020004" pitchFamily="2" charset="0"/>
                <a:ea typeface="Helvetica Neue" panose="02000503000000020004" pitchFamily="2" charset="0"/>
                <a:cs typeface="Helvetica Neue" panose="02000503000000020004" pitchFamily="2" charset="0"/>
              </a:rPr>
              <a:t>Non-numeric values (e.g., “&lt;0.5”, “ND”) converted </a:t>
            </a:r>
          </a:p>
          <a:p>
            <a:r>
              <a:rPr lang="en-US" sz="2500" b="1" dirty="0">
                <a:latin typeface="Helvetica Neue" panose="02000503000000020004" pitchFamily="2" charset="0"/>
                <a:ea typeface="Helvetica Neue" panose="02000503000000020004" pitchFamily="2" charset="0"/>
                <a:cs typeface="Helvetica Neue" panose="02000503000000020004" pitchFamily="2" charset="0"/>
              </a:rPr>
              <a:t>Surface Water Dataset (WQP)</a:t>
            </a:r>
            <a:r>
              <a:rPr lang="en-US" sz="2500" dirty="0">
                <a:latin typeface="Helvetica Neue" panose="02000503000000020004" pitchFamily="2" charset="0"/>
                <a:ea typeface="Helvetica Neue" panose="02000503000000020004" pitchFamily="2" charset="0"/>
                <a:cs typeface="Helvetica Neue" panose="02000503000000020004" pitchFamily="2" charset="0"/>
              </a:rPr>
              <a:t> </a:t>
            </a:r>
          </a:p>
          <a:p>
            <a:pPr marL="342900" lvl="1" indent="-342900">
              <a:buFont typeface="Arial" panose="020B0604020202020204" pitchFamily="34" charset="0"/>
              <a:buChar char="•"/>
            </a:pPr>
            <a:r>
              <a:rPr lang="en-US" sz="2500" dirty="0">
                <a:latin typeface="Helvetica Neue" panose="02000503000000020004" pitchFamily="2" charset="0"/>
                <a:ea typeface="Helvetica Neue" panose="02000503000000020004" pitchFamily="2" charset="0"/>
                <a:cs typeface="Helvetica Neue" panose="02000503000000020004" pitchFamily="2" charset="0"/>
              </a:rPr>
              <a:t>Water Quality Portal data </a:t>
            </a:r>
          </a:p>
          <a:p>
            <a:pPr marL="342900" lvl="1" indent="-342900">
              <a:buFont typeface="Arial" panose="020B0604020202020204" pitchFamily="34" charset="0"/>
              <a:buChar char="•"/>
            </a:pPr>
            <a:r>
              <a:rPr lang="en-US" sz="2500" dirty="0">
                <a:latin typeface="Helvetica Neue" panose="02000503000000020004" pitchFamily="2" charset="0"/>
                <a:ea typeface="Helvetica Neue" panose="02000503000000020004" pitchFamily="2" charset="0"/>
                <a:cs typeface="Helvetica Neue" panose="02000503000000020004" pitchFamily="2" charset="0"/>
              </a:rPr>
              <a:t>Includes latitude and longitude </a:t>
            </a:r>
          </a:p>
          <a:p>
            <a:pPr marL="342900" lvl="1" indent="-342900">
              <a:buFont typeface="Arial" panose="020B0604020202020204" pitchFamily="34" charset="0"/>
              <a:buChar char="•"/>
            </a:pPr>
            <a:r>
              <a:rPr lang="en-US" sz="2500" dirty="0">
                <a:latin typeface="Helvetica Neue" panose="02000503000000020004" pitchFamily="2" charset="0"/>
                <a:ea typeface="Helvetica Neue" panose="02000503000000020004" pitchFamily="2" charset="0"/>
                <a:cs typeface="Helvetica Neue" panose="02000503000000020004" pitchFamily="2" charset="0"/>
              </a:rPr>
              <a:t>Cleaned by removing missing values and converting numeric fields </a:t>
            </a:r>
          </a:p>
          <a:p>
            <a:r>
              <a:rPr lang="en-US" sz="2500" dirty="0">
                <a:latin typeface="Helvetica Neue" panose="02000503000000020004" pitchFamily="2" charset="0"/>
                <a:ea typeface="Helvetica Neue" panose="02000503000000020004" pitchFamily="2" charset="0"/>
                <a:cs typeface="Helvetica Neue" panose="02000503000000020004" pitchFamily="2" charset="0"/>
              </a:rPr>
              <a:t>Final datasets:</a:t>
            </a:r>
          </a:p>
          <a:p>
            <a:r>
              <a:rPr lang="en-US" sz="2500" dirty="0">
                <a:latin typeface="Helvetica Neue" panose="02000503000000020004" pitchFamily="2" charset="0"/>
                <a:ea typeface="Helvetica Neue" panose="02000503000000020004" pitchFamily="2" charset="0"/>
                <a:cs typeface="Helvetica Neue" panose="02000503000000020004" pitchFamily="2" charset="0"/>
              </a:rPr>
              <a:t>Drinking water: ~16,000 observations </a:t>
            </a:r>
          </a:p>
          <a:p>
            <a:r>
              <a:rPr lang="en-US" sz="2500" dirty="0">
                <a:latin typeface="Helvetica Neue" panose="02000503000000020004" pitchFamily="2" charset="0"/>
                <a:ea typeface="Helvetica Neue" panose="02000503000000020004" pitchFamily="2" charset="0"/>
                <a:cs typeface="Helvetica Neue" panose="02000503000000020004" pitchFamily="2" charset="0"/>
              </a:rPr>
              <a:t>Surface water: ~17,000 observations across ~164 locations</a:t>
            </a:r>
          </a:p>
        </p:txBody>
      </p:sp>
      <p:sp>
        <p:nvSpPr>
          <p:cNvPr id="36" name="Google Shape;68;p13">
            <a:extLst>
              <a:ext uri="{FF2B5EF4-FFF2-40B4-BE49-F238E27FC236}">
                <a16:creationId xmlns:a16="http://schemas.microsoft.com/office/drawing/2014/main" id="{40452F76-89F9-579F-D157-5F53F8252AB5}"/>
              </a:ext>
            </a:extLst>
          </p:cNvPr>
          <p:cNvSpPr txBox="1"/>
          <p:nvPr/>
        </p:nvSpPr>
        <p:spPr>
          <a:xfrm>
            <a:off x="19861392" y="9012406"/>
            <a:ext cx="8597536" cy="7263913"/>
          </a:xfrm>
          <a:prstGeom prst="rect">
            <a:avLst/>
          </a:prstGeom>
          <a:noFill/>
          <a:ln>
            <a:noFill/>
          </a:ln>
        </p:spPr>
        <p:txBody>
          <a:bodyPr spcFirstLastPara="1" wrap="square" lIns="91425" tIns="91425" rIns="91425" bIns="91425" anchor="t" anchorCtr="0">
            <a:noAutofit/>
          </a:bodyPr>
          <a:lstStyle/>
          <a:p>
            <a:pPr marL="342900" indent="-342900">
              <a:buFont typeface="Arial" panose="020B0604020202020204" pitchFamily="34" charset="0"/>
              <a:buChar char="•"/>
            </a:pPr>
            <a:r>
              <a:rPr lang="en-US" sz="2500" dirty="0">
                <a:latin typeface="Helvetica Neue" panose="02000503000000020004" pitchFamily="2" charset="0"/>
                <a:ea typeface="Helvetica Neue" panose="02000503000000020004" pitchFamily="2" charset="0"/>
                <a:cs typeface="Helvetica Neue" panose="02000503000000020004" pitchFamily="2" charset="0"/>
              </a:rPr>
              <a:t>Contaminant behavior varies across substances, with nitrate emerging as the most significant due to its high levels and upward trend.</a:t>
            </a:r>
          </a:p>
          <a:p>
            <a:pPr marL="342900" indent="-342900">
              <a:buFont typeface="Arial" panose="020B0604020202020204" pitchFamily="34" charset="0"/>
              <a:buChar char="•"/>
            </a:pPr>
            <a:r>
              <a:rPr lang="en-US" sz="2500" dirty="0">
                <a:latin typeface="Helvetica Neue" panose="02000503000000020004" pitchFamily="2" charset="0"/>
                <a:ea typeface="Helvetica Neue" panose="02000503000000020004" pitchFamily="2" charset="0"/>
                <a:cs typeface="Helvetica Neue" panose="02000503000000020004" pitchFamily="2" charset="0"/>
              </a:rPr>
              <a:t>Surface water results show nitrate is distributed across multiple locations and fluctuates over time, indicating no single hotspot.</a:t>
            </a:r>
          </a:p>
          <a:p>
            <a:pPr marL="342900" indent="-342900">
              <a:buFont typeface="Arial" panose="020B0604020202020204" pitchFamily="34" charset="0"/>
              <a:buChar char="•"/>
            </a:pPr>
            <a:r>
              <a:rPr lang="en-US" sz="2500" dirty="0">
                <a:latin typeface="Helvetica Neue" panose="02000503000000020004" pitchFamily="2" charset="0"/>
                <a:ea typeface="Helvetica Neue" panose="02000503000000020004" pitchFamily="2" charset="0"/>
                <a:cs typeface="Helvetica Neue" panose="02000503000000020004" pitchFamily="2" charset="0"/>
              </a:rPr>
              <a:t>A key limitation is the lack of geographic identifiers in the drinking water dataset, preventing direct linkage with surface water data.</a:t>
            </a:r>
          </a:p>
          <a:p>
            <a:pPr marL="342900" indent="-342900">
              <a:buFont typeface="Arial" panose="020B0604020202020204" pitchFamily="34" charset="0"/>
              <a:buChar char="•"/>
            </a:pPr>
            <a:r>
              <a:rPr lang="en-US" sz="2500" dirty="0">
                <a:latin typeface="Helvetica Neue" panose="02000503000000020004" pitchFamily="2" charset="0"/>
                <a:ea typeface="Helvetica Neue" panose="02000503000000020004" pitchFamily="2" charset="0"/>
                <a:cs typeface="Helvetica Neue" panose="02000503000000020004" pitchFamily="2" charset="0"/>
              </a:rPr>
              <a:t>Future work can include integrating watershed or location-based data to better understand the connection between surface and drinking water systems.</a:t>
            </a:r>
          </a:p>
          <a:p>
            <a:pPr marL="342900" indent="-342900">
              <a:buFont typeface="Arial" panose="020B0604020202020204" pitchFamily="34" charset="0"/>
              <a:buChar char="•"/>
            </a:pPr>
            <a:r>
              <a:rPr lang="en-US" sz="2500" dirty="0">
                <a:latin typeface="Helvetica Neue" panose="02000503000000020004" pitchFamily="2" charset="0"/>
                <a:ea typeface="Helvetica Neue" panose="02000503000000020004" pitchFamily="2" charset="0"/>
                <a:cs typeface="Helvetica Neue" panose="02000503000000020004" pitchFamily="2" charset="0"/>
              </a:rPr>
              <a:t>High nitrate levels in drinking water may be influenced by agricultural runoff or environmental factors, suggesting the need for closer monitoring.</a:t>
            </a:r>
          </a:p>
          <a:p>
            <a:pPr marL="342900" indent="-342900">
              <a:buFont typeface="Arial" panose="020B0604020202020204" pitchFamily="34" charset="0"/>
              <a:buChar char="•"/>
            </a:pPr>
            <a:r>
              <a:rPr lang="en-US" sz="2500" dirty="0">
                <a:latin typeface="Helvetica Neue" panose="02000503000000020004" pitchFamily="2" charset="0"/>
                <a:ea typeface="Helvetica Neue" panose="02000503000000020004" pitchFamily="2" charset="0"/>
                <a:cs typeface="Helvetica Neue" panose="02000503000000020004" pitchFamily="2" charset="0"/>
              </a:rPr>
              <a:t>The difference between stable contaminants and nitrate highlights that not all contaminants behave the same, emphasizing the importance of contaminant-specific analysis.</a:t>
            </a:r>
          </a:p>
        </p:txBody>
      </p:sp>
      <p:sp>
        <p:nvSpPr>
          <p:cNvPr id="39" name="Google Shape;72;p13">
            <a:extLst>
              <a:ext uri="{FF2B5EF4-FFF2-40B4-BE49-F238E27FC236}">
                <a16:creationId xmlns:a16="http://schemas.microsoft.com/office/drawing/2014/main" id="{8450CD7B-2AC7-95F2-5B4A-A8F15DD0F41A}"/>
              </a:ext>
            </a:extLst>
          </p:cNvPr>
          <p:cNvSpPr txBox="1"/>
          <p:nvPr/>
        </p:nvSpPr>
        <p:spPr>
          <a:xfrm>
            <a:off x="10286999" y="3173800"/>
            <a:ext cx="4797251" cy="7552382"/>
          </a:xfrm>
          <a:prstGeom prst="rect">
            <a:avLst/>
          </a:prstGeom>
          <a:noFill/>
          <a:ln>
            <a:noFill/>
          </a:ln>
        </p:spPr>
        <p:txBody>
          <a:bodyPr spcFirstLastPara="1" wrap="square" lIns="91425" tIns="91425" rIns="91425" bIns="91425" anchor="t" anchorCtr="0">
            <a:noAutofit/>
          </a:bodyPr>
          <a:lstStyle/>
          <a:p>
            <a:r>
              <a:rPr lang="en-US" sz="2500" b="1" dirty="0">
                <a:latin typeface="Helvetica Neue" panose="02000503000000020004" pitchFamily="2" charset="0"/>
                <a:ea typeface="Helvetica Neue" panose="02000503000000020004" pitchFamily="2" charset="0"/>
                <a:cs typeface="Helvetica Neue" panose="02000503000000020004" pitchFamily="2" charset="0"/>
              </a:rPr>
              <a:t>Drinking Water Analysis</a:t>
            </a:r>
          </a:p>
          <a:p>
            <a:endParaRPr lang="en-US" sz="2500" b="1" dirty="0">
              <a:latin typeface="Helvetica Neue" panose="02000503000000020004" pitchFamily="2" charset="0"/>
              <a:ea typeface="Helvetica Neue" panose="02000503000000020004" pitchFamily="2" charset="0"/>
              <a:cs typeface="Helvetica Neue" panose="02000503000000020004" pitchFamily="2" charset="0"/>
            </a:endParaRPr>
          </a:p>
          <a:p>
            <a:pPr marL="342900" indent="-342900">
              <a:buFont typeface="Arial" panose="020B0604020202020204" pitchFamily="34" charset="0"/>
              <a:buChar char="•"/>
            </a:pPr>
            <a:r>
              <a:rPr lang="en-US" sz="2500" dirty="0">
                <a:latin typeface="Helvetica Neue" panose="02000503000000020004" pitchFamily="2" charset="0"/>
                <a:ea typeface="Helvetica Neue" panose="02000503000000020004" pitchFamily="2" charset="0"/>
                <a:cs typeface="Helvetica Neue" panose="02000503000000020004" pitchFamily="2" charset="0"/>
              </a:rPr>
              <a:t>Barium, Fluoride, Selenium, Nitrate, and Chromium are the most frequently reported.</a:t>
            </a:r>
          </a:p>
          <a:p>
            <a:pPr marL="342900" indent="-342900">
              <a:buFont typeface="Arial" panose="020B0604020202020204" pitchFamily="34" charset="0"/>
              <a:buChar char="•"/>
            </a:pPr>
            <a:r>
              <a:rPr lang="en-US" sz="2500" dirty="0">
                <a:latin typeface="Helvetica Neue" panose="02000503000000020004" pitchFamily="2" charset="0"/>
                <a:ea typeface="Helvetica Neue" panose="02000503000000020004" pitchFamily="2" charset="0"/>
                <a:cs typeface="Helvetica Neue" panose="02000503000000020004" pitchFamily="2" charset="0"/>
              </a:rPr>
              <a:t>Nitrate increases overall from ~ ppb (2019) to ~5000 ppb (2024), but the trend is not linear. Year-to-year changes show fluctuation.</a:t>
            </a:r>
          </a:p>
          <a:p>
            <a:pPr marL="342900" indent="-342900">
              <a:buFont typeface="Arial" panose="020B0604020202020204" pitchFamily="34" charset="0"/>
              <a:buChar char="•"/>
            </a:pPr>
            <a:r>
              <a:rPr lang="en-US" sz="2500" dirty="0">
                <a:latin typeface="Helvetica Neue" panose="02000503000000020004" pitchFamily="2" charset="0"/>
                <a:ea typeface="Helvetica Neue" panose="02000503000000020004" pitchFamily="2" charset="0"/>
                <a:cs typeface="Helvetica Neue" panose="02000503000000020004" pitchFamily="2" charset="0"/>
              </a:rPr>
              <a:t>2019 to 2020: + ~1500 ppb </a:t>
            </a:r>
            <a:br>
              <a:rPr lang="en-US" sz="2500" dirty="0">
                <a:latin typeface="Helvetica Neue" panose="02000503000000020004" pitchFamily="2" charset="0"/>
                <a:ea typeface="Helvetica Neue" panose="02000503000000020004" pitchFamily="2" charset="0"/>
                <a:cs typeface="Helvetica Neue" panose="02000503000000020004" pitchFamily="2" charset="0"/>
              </a:rPr>
            </a:br>
            <a:r>
              <a:rPr lang="en-US" sz="2500" dirty="0">
                <a:latin typeface="Helvetica Neue" panose="02000503000000020004" pitchFamily="2" charset="0"/>
                <a:ea typeface="Helvetica Neue" panose="02000503000000020004" pitchFamily="2" charset="0"/>
                <a:cs typeface="Helvetica Neue" panose="02000503000000020004" pitchFamily="2" charset="0"/>
              </a:rPr>
              <a:t>2020 to 2021: − ~700 ppb </a:t>
            </a:r>
            <a:br>
              <a:rPr lang="en-US" sz="2500" dirty="0">
                <a:latin typeface="Helvetica Neue" panose="02000503000000020004" pitchFamily="2" charset="0"/>
                <a:ea typeface="Helvetica Neue" panose="02000503000000020004" pitchFamily="2" charset="0"/>
                <a:cs typeface="Helvetica Neue" panose="02000503000000020004" pitchFamily="2" charset="0"/>
              </a:rPr>
            </a:br>
            <a:r>
              <a:rPr lang="en-US" sz="2500" dirty="0">
                <a:latin typeface="Helvetica Neue" panose="02000503000000020004" pitchFamily="2" charset="0"/>
                <a:ea typeface="Helvetica Neue" panose="02000503000000020004" pitchFamily="2" charset="0"/>
                <a:cs typeface="Helvetica Neue" panose="02000503000000020004" pitchFamily="2" charset="0"/>
              </a:rPr>
              <a:t>2021 to 2022: + ~800 ppb </a:t>
            </a:r>
            <a:br>
              <a:rPr lang="en-US" sz="2500" dirty="0">
                <a:latin typeface="Helvetica Neue" panose="02000503000000020004" pitchFamily="2" charset="0"/>
                <a:ea typeface="Helvetica Neue" panose="02000503000000020004" pitchFamily="2" charset="0"/>
                <a:cs typeface="Helvetica Neue" panose="02000503000000020004" pitchFamily="2" charset="0"/>
              </a:rPr>
            </a:br>
            <a:r>
              <a:rPr lang="en-US" sz="2500" dirty="0">
                <a:latin typeface="Helvetica Neue" panose="02000503000000020004" pitchFamily="2" charset="0"/>
                <a:ea typeface="Helvetica Neue" panose="02000503000000020004" pitchFamily="2" charset="0"/>
                <a:cs typeface="Helvetica Neue" panose="02000503000000020004" pitchFamily="2" charset="0"/>
              </a:rPr>
              <a:t>2022 to 2023: + ~100 ppb </a:t>
            </a:r>
            <a:br>
              <a:rPr lang="en-US" sz="2500" dirty="0">
                <a:latin typeface="Helvetica Neue" panose="02000503000000020004" pitchFamily="2" charset="0"/>
                <a:ea typeface="Helvetica Neue" panose="02000503000000020004" pitchFamily="2" charset="0"/>
                <a:cs typeface="Helvetica Neue" panose="02000503000000020004" pitchFamily="2" charset="0"/>
              </a:rPr>
            </a:br>
            <a:r>
              <a:rPr lang="en-US" sz="2500" dirty="0">
                <a:latin typeface="Helvetica Neue" panose="02000503000000020004" pitchFamily="2" charset="0"/>
                <a:ea typeface="Helvetica Neue" panose="02000503000000020004" pitchFamily="2" charset="0"/>
                <a:cs typeface="Helvetica Neue" panose="02000503000000020004" pitchFamily="2" charset="0"/>
              </a:rPr>
              <a:t>2023 to 2024: + ~500 ppb</a:t>
            </a:r>
          </a:p>
          <a:p>
            <a:pPr marL="342900" indent="-342900">
              <a:buFont typeface="Arial" panose="020B0604020202020204" pitchFamily="34" charset="0"/>
              <a:buChar char="•"/>
            </a:pPr>
            <a:r>
              <a:rPr lang="en-US" sz="2500" dirty="0">
                <a:latin typeface="Helvetica Neue" panose="02000503000000020004" pitchFamily="2" charset="0"/>
                <a:ea typeface="Helvetica Neue" panose="02000503000000020004" pitchFamily="2" charset="0"/>
                <a:cs typeface="Helvetica Neue" panose="02000503000000020004" pitchFamily="2" charset="0"/>
              </a:rPr>
              <a:t>Other contaminants (Barium, Chromium, Fluoride, Selenium) remain relatively stable with minor variations.</a:t>
            </a:r>
          </a:p>
          <a:p>
            <a:pPr marL="342900" indent="-342900">
              <a:buFont typeface="Arial" panose="020B0604020202020204" pitchFamily="34" charset="0"/>
              <a:buChar char="•"/>
            </a:pPr>
            <a:endParaRPr lang="en-US" sz="25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1" name="Google Shape;75;p13">
            <a:extLst>
              <a:ext uri="{FF2B5EF4-FFF2-40B4-BE49-F238E27FC236}">
                <a16:creationId xmlns:a16="http://schemas.microsoft.com/office/drawing/2014/main" id="{B84D4B9C-06A1-4F5E-C3CB-3051BCCB89DD}"/>
              </a:ext>
            </a:extLst>
          </p:cNvPr>
          <p:cNvSpPr txBox="1"/>
          <p:nvPr/>
        </p:nvSpPr>
        <p:spPr>
          <a:xfrm>
            <a:off x="10286999" y="12202746"/>
            <a:ext cx="8686801" cy="4073573"/>
          </a:xfrm>
          <a:prstGeom prst="rect">
            <a:avLst/>
          </a:prstGeom>
          <a:noFill/>
          <a:ln>
            <a:noFill/>
          </a:ln>
        </p:spPr>
        <p:txBody>
          <a:bodyPr spcFirstLastPara="1" wrap="square" lIns="91425" tIns="91425" rIns="91425" bIns="91425" anchor="t" anchorCtr="0">
            <a:noAutofit/>
          </a:bodyPr>
          <a:lstStyle/>
          <a:p>
            <a:r>
              <a:rPr lang="en-US" sz="2500" b="1" dirty="0">
                <a:latin typeface="Helvetica Neue" panose="02000503000000020004" pitchFamily="2" charset="0"/>
                <a:ea typeface="Helvetica Neue" panose="02000503000000020004" pitchFamily="2" charset="0"/>
                <a:cs typeface="Helvetica Neue" panose="02000503000000020004" pitchFamily="2" charset="0"/>
              </a:rPr>
              <a:t>Exceedance Analysis</a:t>
            </a:r>
          </a:p>
          <a:p>
            <a:pPr marL="342900" indent="-342900">
              <a:buFont typeface="Arial" panose="020B0604020202020204" pitchFamily="34" charset="0"/>
              <a:buChar char="•"/>
            </a:pPr>
            <a:r>
              <a:rPr lang="en-US" sz="2500" dirty="0">
                <a:latin typeface="Helvetica Neue" panose="02000503000000020004" pitchFamily="2" charset="0"/>
                <a:ea typeface="Helvetica Neue" panose="02000503000000020004" pitchFamily="2" charset="0"/>
                <a:cs typeface="Helvetica Neue" panose="02000503000000020004" pitchFamily="2" charset="0"/>
              </a:rPr>
              <a:t>Exceedance analysis shows that Atrazine has the highest exceedance rate (~6%), followed by Nitrate (~3–4%). </a:t>
            </a:r>
          </a:p>
          <a:p>
            <a:pPr marL="342900" indent="-342900">
              <a:buFont typeface="Arial" panose="020B0604020202020204" pitchFamily="34" charset="0"/>
              <a:buChar char="•"/>
            </a:pPr>
            <a:r>
              <a:rPr lang="en-US" sz="2500" dirty="0">
                <a:latin typeface="Helvetica Neue" panose="02000503000000020004" pitchFamily="2" charset="0"/>
                <a:ea typeface="Helvetica Neue" panose="02000503000000020004" pitchFamily="2" charset="0"/>
                <a:cs typeface="Helvetica Neue" panose="02000503000000020004" pitchFamily="2" charset="0"/>
              </a:rPr>
              <a:t>Some contaminants initially appeared to have very high exceedance rates, but these were based on very small sample sizes. </a:t>
            </a:r>
          </a:p>
          <a:p>
            <a:pPr marL="342900" indent="-342900">
              <a:buFont typeface="Arial" panose="020B0604020202020204" pitchFamily="34" charset="0"/>
              <a:buChar char="•"/>
            </a:pPr>
            <a:r>
              <a:rPr lang="en-US" sz="2500" dirty="0">
                <a:latin typeface="Helvetica Neue" panose="02000503000000020004" pitchFamily="2" charset="0"/>
                <a:ea typeface="Helvetica Neue" panose="02000503000000020004" pitchFamily="2" charset="0"/>
                <a:cs typeface="Helvetica Neue" panose="02000503000000020004" pitchFamily="2" charset="0"/>
              </a:rPr>
              <a:t>After filtering for contaminants with sufficient observations, the results show that exceedance is not solely driven by high concentration levels, but also by regulatory thresholds and variability.</a:t>
            </a:r>
          </a:p>
        </p:txBody>
      </p:sp>
      <p:sp>
        <p:nvSpPr>
          <p:cNvPr id="43" name="Google Shape;77;p13">
            <a:extLst>
              <a:ext uri="{FF2B5EF4-FFF2-40B4-BE49-F238E27FC236}">
                <a16:creationId xmlns:a16="http://schemas.microsoft.com/office/drawing/2014/main" id="{0080BBE6-6861-C012-3C03-53AC94E28210}"/>
              </a:ext>
            </a:extLst>
          </p:cNvPr>
          <p:cNvSpPr txBox="1"/>
          <p:nvPr/>
        </p:nvSpPr>
        <p:spPr>
          <a:xfrm>
            <a:off x="19861394" y="5304983"/>
            <a:ext cx="8662032" cy="2784125"/>
          </a:xfrm>
          <a:prstGeom prst="rect">
            <a:avLst/>
          </a:prstGeom>
          <a:noFill/>
          <a:ln>
            <a:noFill/>
          </a:ln>
        </p:spPr>
        <p:txBody>
          <a:bodyPr spcFirstLastPara="1" wrap="square" lIns="91425" tIns="91425" rIns="91425" bIns="91425" anchor="t" anchorCtr="0">
            <a:noAutofit/>
          </a:bodyPr>
          <a:lstStyle/>
          <a:p>
            <a:pPr marL="342900" indent="-342900">
              <a:buFont typeface="Arial" panose="020B0604020202020204" pitchFamily="34" charset="0"/>
              <a:buChar char="•"/>
            </a:pPr>
            <a:r>
              <a:rPr lang="en-US" sz="2500" dirty="0">
                <a:latin typeface="Helvetica Neue" panose="02000503000000020004" pitchFamily="2" charset="0"/>
                <a:ea typeface="Helvetica Neue" panose="02000503000000020004" pitchFamily="2" charset="0"/>
                <a:cs typeface="Helvetica Neue" panose="02000503000000020004" pitchFamily="2" charset="0"/>
              </a:rPr>
              <a:t>Nitrate-related surface water measurements show clear variation across locations, with no single dominant hotspot. </a:t>
            </a:r>
          </a:p>
          <a:p>
            <a:pPr marL="342900" indent="-342900">
              <a:buFont typeface="Arial" panose="020B0604020202020204" pitchFamily="34" charset="0"/>
              <a:buChar char="•"/>
            </a:pPr>
            <a:r>
              <a:rPr lang="en-US" sz="2500" dirty="0">
                <a:latin typeface="Helvetica Neue" panose="02000503000000020004" pitchFamily="2" charset="0"/>
                <a:ea typeface="Helvetica Neue" panose="02000503000000020004" pitchFamily="2" charset="0"/>
                <a:cs typeface="Helvetica Neue" panose="02000503000000020004" pitchFamily="2" charset="0"/>
              </a:rPr>
              <a:t>Temporal analysis shows that nitrate-related values fluctuate over time: </a:t>
            </a:r>
          </a:p>
          <a:p>
            <a:pPr marL="342900" lvl="3" indent="-342900">
              <a:buFont typeface="Arial" panose="020B0604020202020204" pitchFamily="34" charset="0"/>
              <a:buChar char="•"/>
            </a:pPr>
            <a:r>
              <a:rPr lang="en-US" sz="2500" dirty="0">
                <a:latin typeface="Helvetica Neue" panose="02000503000000020004" pitchFamily="2" charset="0"/>
                <a:ea typeface="Helvetica Neue" panose="02000503000000020004" pitchFamily="2" charset="0"/>
                <a:cs typeface="Helvetica Neue" panose="02000503000000020004" pitchFamily="2" charset="0"/>
              </a:rPr>
              <a:t>Lowest observed around 2021 (~0.86 units)</a:t>
            </a:r>
          </a:p>
          <a:p>
            <a:pPr marL="342900" lvl="3" indent="-342900">
              <a:buFont typeface="Arial" panose="020B0604020202020204" pitchFamily="34" charset="0"/>
              <a:buChar char="•"/>
            </a:pPr>
            <a:r>
              <a:rPr lang="en-US" sz="2500" dirty="0">
                <a:latin typeface="Helvetica Neue" panose="02000503000000020004" pitchFamily="2" charset="0"/>
                <a:ea typeface="Helvetica Neue" panose="02000503000000020004" pitchFamily="2" charset="0"/>
                <a:cs typeface="Helvetica Neue" panose="02000503000000020004" pitchFamily="2" charset="0"/>
              </a:rPr>
              <a:t>Peak observed around 2022 (~1.75 units)</a:t>
            </a:r>
          </a:p>
          <a:p>
            <a:pPr marL="342900" lvl="3" indent="-342900">
              <a:buFont typeface="Arial" panose="020B0604020202020204" pitchFamily="34" charset="0"/>
              <a:buChar char="•"/>
            </a:pPr>
            <a:r>
              <a:rPr lang="en-US" sz="2500" dirty="0">
                <a:latin typeface="Helvetica Neue" panose="02000503000000020004" pitchFamily="2" charset="0"/>
                <a:ea typeface="Helvetica Neue" panose="02000503000000020004" pitchFamily="2" charset="0"/>
                <a:cs typeface="Helvetica Neue" panose="02000503000000020004" pitchFamily="2" charset="0"/>
              </a:rPr>
              <a:t>Moderate levels in other years</a:t>
            </a:r>
          </a:p>
        </p:txBody>
      </p:sp>
      <p:pic>
        <p:nvPicPr>
          <p:cNvPr id="2" name="Picture 1">
            <a:extLst>
              <a:ext uri="{FF2B5EF4-FFF2-40B4-BE49-F238E27FC236}">
                <a16:creationId xmlns:a16="http://schemas.microsoft.com/office/drawing/2014/main" id="{FF1592CB-7CB1-1872-A2A3-158DC6AAD0E0}"/>
              </a:ext>
            </a:extLst>
          </p:cNvPr>
          <p:cNvPicPr>
            <a:picLocks noChangeAspect="1"/>
          </p:cNvPicPr>
          <p:nvPr/>
        </p:nvPicPr>
        <p:blipFill>
          <a:blip r:embed="rId5"/>
          <a:stretch>
            <a:fillRect/>
          </a:stretch>
        </p:blipFill>
        <p:spPr>
          <a:xfrm>
            <a:off x="15239027" y="2193664"/>
            <a:ext cx="3961577" cy="3012690"/>
          </a:xfrm>
          <a:prstGeom prst="rect">
            <a:avLst/>
          </a:prstGeom>
        </p:spPr>
      </p:pic>
      <p:pic>
        <p:nvPicPr>
          <p:cNvPr id="3" name="Picture 2">
            <a:extLst>
              <a:ext uri="{FF2B5EF4-FFF2-40B4-BE49-F238E27FC236}">
                <a16:creationId xmlns:a16="http://schemas.microsoft.com/office/drawing/2014/main" id="{A4F88ADB-716F-AF6F-1DC6-E6843313267C}"/>
              </a:ext>
            </a:extLst>
          </p:cNvPr>
          <p:cNvPicPr>
            <a:picLocks noChangeAspect="1"/>
          </p:cNvPicPr>
          <p:nvPr/>
        </p:nvPicPr>
        <p:blipFill>
          <a:blip r:embed="rId6"/>
          <a:stretch>
            <a:fillRect/>
          </a:stretch>
        </p:blipFill>
        <p:spPr>
          <a:xfrm>
            <a:off x="15239028" y="5263192"/>
            <a:ext cx="4078480" cy="2706071"/>
          </a:xfrm>
          <a:prstGeom prst="rect">
            <a:avLst/>
          </a:prstGeom>
        </p:spPr>
      </p:pic>
      <p:pic>
        <p:nvPicPr>
          <p:cNvPr id="4" name="Picture 3">
            <a:extLst>
              <a:ext uri="{FF2B5EF4-FFF2-40B4-BE49-F238E27FC236}">
                <a16:creationId xmlns:a16="http://schemas.microsoft.com/office/drawing/2014/main" id="{3A8159EC-D596-9327-5B94-D73E940F8526}"/>
              </a:ext>
            </a:extLst>
          </p:cNvPr>
          <p:cNvPicPr>
            <a:picLocks noChangeAspect="1"/>
          </p:cNvPicPr>
          <p:nvPr/>
        </p:nvPicPr>
        <p:blipFill>
          <a:blip r:embed="rId7"/>
          <a:stretch>
            <a:fillRect/>
          </a:stretch>
        </p:blipFill>
        <p:spPr>
          <a:xfrm>
            <a:off x="25185189" y="2250400"/>
            <a:ext cx="3463634" cy="2931292"/>
          </a:xfrm>
          <a:prstGeom prst="rect">
            <a:avLst/>
          </a:prstGeom>
        </p:spPr>
      </p:pic>
      <p:pic>
        <p:nvPicPr>
          <p:cNvPr id="5" name="Picture 4">
            <a:extLst>
              <a:ext uri="{FF2B5EF4-FFF2-40B4-BE49-F238E27FC236}">
                <a16:creationId xmlns:a16="http://schemas.microsoft.com/office/drawing/2014/main" id="{00856B6B-84D8-EA3E-646F-8E6BD8B16333}"/>
              </a:ext>
            </a:extLst>
          </p:cNvPr>
          <p:cNvPicPr>
            <a:picLocks noChangeAspect="1"/>
          </p:cNvPicPr>
          <p:nvPr/>
        </p:nvPicPr>
        <p:blipFill>
          <a:blip r:embed="rId8"/>
          <a:stretch>
            <a:fillRect/>
          </a:stretch>
        </p:blipFill>
        <p:spPr>
          <a:xfrm>
            <a:off x="15236277" y="8026101"/>
            <a:ext cx="4078479" cy="2847888"/>
          </a:xfrm>
          <a:prstGeom prst="rect">
            <a:avLst/>
          </a:prstGeom>
        </p:spPr>
      </p:pic>
      <p:sp>
        <p:nvSpPr>
          <p:cNvPr id="6" name="Google Shape;77;p13">
            <a:extLst>
              <a:ext uri="{FF2B5EF4-FFF2-40B4-BE49-F238E27FC236}">
                <a16:creationId xmlns:a16="http://schemas.microsoft.com/office/drawing/2014/main" id="{DBB8CE4E-7CED-D787-470D-37CB1AA3B95E}"/>
              </a:ext>
            </a:extLst>
          </p:cNvPr>
          <p:cNvSpPr txBox="1"/>
          <p:nvPr/>
        </p:nvSpPr>
        <p:spPr>
          <a:xfrm>
            <a:off x="19838954" y="2250400"/>
            <a:ext cx="5663269" cy="3107868"/>
          </a:xfrm>
          <a:prstGeom prst="rect">
            <a:avLst/>
          </a:prstGeom>
          <a:noFill/>
          <a:ln>
            <a:noFill/>
          </a:ln>
        </p:spPr>
        <p:txBody>
          <a:bodyPr spcFirstLastPara="1" wrap="square" lIns="91425" tIns="91425" rIns="91425" bIns="91425" anchor="t" anchorCtr="0">
            <a:noAutofit/>
          </a:bodyPr>
          <a:lstStyle/>
          <a:p>
            <a:r>
              <a:rPr lang="en-US" sz="2800" b="1" dirty="0">
                <a:latin typeface="Helvetica Neue" panose="02000503000000020004" pitchFamily="2" charset="0"/>
                <a:ea typeface="Helvetica Neue" panose="02000503000000020004" pitchFamily="2" charset="0"/>
                <a:cs typeface="Helvetica Neue" panose="02000503000000020004" pitchFamily="2" charset="0"/>
              </a:rPr>
              <a:t>Surface Water Analysis</a:t>
            </a:r>
            <a:endParaRPr lang="en-US" sz="2400" b="1" dirty="0">
              <a:latin typeface="Helvetica Neue" panose="02000503000000020004" pitchFamily="2" charset="0"/>
              <a:ea typeface="Helvetica Neue" panose="02000503000000020004" pitchFamily="2" charset="0"/>
              <a:cs typeface="Helvetica Neue" panose="02000503000000020004" pitchFamily="2" charset="0"/>
            </a:endParaRPr>
          </a:p>
          <a:p>
            <a:pPr marL="342900" indent="-342900">
              <a:buFont typeface="Arial" panose="020B0604020202020204" pitchFamily="34" charset="0"/>
              <a:buChar char="•"/>
            </a:pPr>
            <a:r>
              <a:rPr lang="en-US" sz="2500" dirty="0">
                <a:latin typeface="Helvetica Neue" panose="02000503000000020004" pitchFamily="2" charset="0"/>
                <a:ea typeface="Helvetica Neue" panose="02000503000000020004" pitchFamily="2" charset="0"/>
                <a:cs typeface="Helvetica Neue" panose="02000503000000020004" pitchFamily="2" charset="0"/>
              </a:rPr>
              <a:t>Surface water monitoring locations are distributed across Kansas, covering approximately 164 unique monitoring sites.</a:t>
            </a:r>
          </a:p>
          <a:p>
            <a:pPr marL="342900" indent="-342900">
              <a:buFont typeface="Arial" panose="020B0604020202020204" pitchFamily="34" charset="0"/>
              <a:buChar char="•"/>
            </a:pPr>
            <a:r>
              <a:rPr lang="en-US" sz="2500" dirty="0">
                <a:latin typeface="Helvetica Neue" panose="02000503000000020004" pitchFamily="2" charset="0"/>
                <a:ea typeface="Helvetica Neue" panose="02000503000000020004" pitchFamily="2" charset="0"/>
                <a:cs typeface="Helvetica Neue" panose="02000503000000020004" pitchFamily="2" charset="0"/>
              </a:rPr>
              <a:t>This spatial distribution allows for geographic exploration of water quality patterns. </a:t>
            </a:r>
          </a:p>
          <a:p>
            <a:pPr marL="342900" indent="-342900">
              <a:buFont typeface="Arial" panose="020B0604020202020204" pitchFamily="34" charset="0"/>
              <a:buChar char="•"/>
            </a:pPr>
            <a:endParaRPr lang="en-US" sz="24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9" name="TextBox 8">
            <a:extLst>
              <a:ext uri="{FF2B5EF4-FFF2-40B4-BE49-F238E27FC236}">
                <a16:creationId xmlns:a16="http://schemas.microsoft.com/office/drawing/2014/main" id="{30BE2E9A-8EEA-8EF4-9353-74908A5099D4}"/>
              </a:ext>
            </a:extLst>
          </p:cNvPr>
          <p:cNvSpPr txBox="1"/>
          <p:nvPr/>
        </p:nvSpPr>
        <p:spPr>
          <a:xfrm>
            <a:off x="10243266" y="10841217"/>
            <a:ext cx="8913605" cy="1246495"/>
          </a:xfrm>
          <a:prstGeom prst="rect">
            <a:avLst/>
          </a:prstGeom>
          <a:noFill/>
        </p:spPr>
        <p:txBody>
          <a:bodyPr wrap="square">
            <a:spAutoFit/>
          </a:bodyPr>
          <a:lstStyle/>
          <a:p>
            <a:r>
              <a:rPr lang="en-US" sz="2500" dirty="0">
                <a:latin typeface="Helvetica Neue" panose="02000503000000020004" pitchFamily="2" charset="0"/>
                <a:ea typeface="Helvetica Neue" panose="02000503000000020004" pitchFamily="2" charset="0"/>
                <a:cs typeface="Helvetica Neue" panose="02000503000000020004" pitchFamily="2" charset="0"/>
              </a:rPr>
              <a:t>Nitrate is the only contaminant that shows both high concentration levels and a noticeable upward trend, making it the most significant contaminant in this analysis</a:t>
            </a:r>
            <a:endParaRPr lang="en-US" sz="2500" dirty="0"/>
          </a:p>
        </p:txBody>
      </p:sp>
    </p:spTree>
    <p:extLst>
      <p:ext uri="{BB962C8B-B14F-4D97-AF65-F5344CB8AC3E}">
        <p14:creationId xmlns:p14="http://schemas.microsoft.com/office/powerpoint/2010/main" val="1509381493"/>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842EA8C972DF0428D9BF2D3EE5B47C9" ma:contentTypeVersion="14" ma:contentTypeDescription="Create a new document." ma:contentTypeScope="" ma:versionID="362d8029c541d82e383bc9b7141cd79c">
  <xsd:schema xmlns:xsd="http://www.w3.org/2001/XMLSchema" xmlns:xs="http://www.w3.org/2001/XMLSchema" xmlns:p="http://schemas.microsoft.com/office/2006/metadata/properties" xmlns:ns2="d09fade3-7ae3-4c16-95c6-44be66091293" xmlns:ns3="fac34b18-9f34-48f9-ae20-e50aab687cd3" targetNamespace="http://schemas.microsoft.com/office/2006/metadata/properties" ma:root="true" ma:fieldsID="5dfcefd6c56a26a82b6032b5799e9163" ns2:_="" ns3:_="">
    <xsd:import namespace="d09fade3-7ae3-4c16-95c6-44be66091293"/>
    <xsd:import namespace="fac34b18-9f34-48f9-ae20-e50aab687cd3"/>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9fade3-7ae3-4c16-95c6-44be660912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5c2c5899-478d-4689-af14-80570c5f1ccc"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ac34b18-9f34-48f9-ae20-e50aab687cd3"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95788537-dc54-4f2b-8045-8533c49c440d}" ma:internalName="TaxCatchAll" ma:showField="CatchAllData" ma:web="fac34b18-9f34-48f9-ae20-e50aab687cd3">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09fade3-7ae3-4c16-95c6-44be66091293">
      <Terms xmlns="http://schemas.microsoft.com/office/infopath/2007/PartnerControls"/>
    </lcf76f155ced4ddcb4097134ff3c332f>
    <TaxCatchAll xmlns="fac34b18-9f34-48f9-ae20-e50aab687cd3" xsi:nil="true"/>
  </documentManagement>
</p:properties>
</file>

<file path=customXml/itemProps1.xml><?xml version="1.0" encoding="utf-8"?>
<ds:datastoreItem xmlns:ds="http://schemas.openxmlformats.org/officeDocument/2006/customXml" ds:itemID="{55DA1141-F048-43BB-9B88-17E7514C5D3C}">
  <ds:schemaRefs>
    <ds:schemaRef ds:uri="http://schemas.microsoft.com/sharepoint/v3/contenttype/forms"/>
  </ds:schemaRefs>
</ds:datastoreItem>
</file>

<file path=customXml/itemProps2.xml><?xml version="1.0" encoding="utf-8"?>
<ds:datastoreItem xmlns:ds="http://schemas.openxmlformats.org/officeDocument/2006/customXml" ds:itemID="{0AE8DD8A-840F-4B27-BE45-97490C23242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09fade3-7ae3-4c16-95c6-44be66091293"/>
    <ds:schemaRef ds:uri="fac34b18-9f34-48f9-ae20-e50aab687cd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8612BE7-F2BD-4DBB-A430-8B68D80B4BC3}">
  <ds:schemaRefs>
    <ds:schemaRef ds:uri="http://schemas.microsoft.com/office/2006/metadata/properties"/>
    <ds:schemaRef ds:uri="http://schemas.microsoft.com/office/infopath/2007/PartnerControls"/>
    <ds:schemaRef ds:uri="d09fade3-7ae3-4c16-95c6-44be66091293"/>
    <ds:schemaRef ds:uri="fac34b18-9f34-48f9-ae20-e50aab687cd3"/>
  </ds:schemaRefs>
</ds:datastoreItem>
</file>

<file path=docProps/app.xml><?xml version="1.0" encoding="utf-8"?>
<Properties xmlns="http://schemas.openxmlformats.org/officeDocument/2006/extended-properties" xmlns:vt="http://schemas.openxmlformats.org/officeDocument/2006/docPropsVTypes">
  <TotalTime>599</TotalTime>
  <Words>620</Words>
  <Application>Microsoft Macintosh PowerPoint</Application>
  <PresentationFormat>Custom</PresentationFormat>
  <Paragraphs>48</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Outfit SemiBold</vt:lpstr>
      <vt:lpstr>Helvetica Neue</vt:lpstr>
      <vt:lpstr>Arial</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Yalla, Satya Sai Venkata Sri Harsha</cp:lastModifiedBy>
  <cp:revision>19</cp:revision>
  <cp:lastPrinted>2026-04-20T14:28:36Z</cp:lastPrinted>
  <dcterms:modified xsi:type="dcterms:W3CDTF">2026-04-20T14:28:39Z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0x010100D842EA8C972DF0428D9BF2D3EE5B47C9</vt:lpwstr>
  </property>
</Properties>
</file>